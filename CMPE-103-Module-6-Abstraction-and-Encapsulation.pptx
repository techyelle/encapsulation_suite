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12192000"/>
  <p:notesSz cx="6858000" cy="9144000"/>
  <p:embeddedFontLst>
    <p:embeddedFont>
      <p:font typeface="Barlow Condensed"/>
      <p:regular r:id="rId26"/>
      <p:bold r:id="rId27"/>
      <p:italic r:id="rId28"/>
      <p:boldItalic r:id="rId29"/>
    </p:embeddedFont>
    <p:embeddedFont>
      <p:font typeface="Nova Flat"/>
      <p:regular r:id="rId30"/>
    </p:embeddedFont>
    <p:embeddedFont>
      <p:font typeface="Lalezar"/>
      <p:regular r:id="rId31"/>
    </p:embeddedFont>
    <p:embeddedFont>
      <p:font typeface="Barlow"/>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BarlowCondensed-regular.fntdata"/><Relationship Id="rId25" Type="http://schemas.openxmlformats.org/officeDocument/2006/relationships/slide" Target="slides/slide20.xml"/><Relationship Id="rId28" Type="http://schemas.openxmlformats.org/officeDocument/2006/relationships/font" Target="fonts/BarlowCondensed-italic.fntdata"/><Relationship Id="rId27" Type="http://schemas.openxmlformats.org/officeDocument/2006/relationships/font" Target="fonts/BarlowCondensed-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BarlowCondensed-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lezar-regular.fntdata"/><Relationship Id="rId30" Type="http://schemas.openxmlformats.org/officeDocument/2006/relationships/font" Target="fonts/NovaFlat-regular.fntdata"/><Relationship Id="rId11" Type="http://schemas.openxmlformats.org/officeDocument/2006/relationships/slide" Target="slides/slide6.xml"/><Relationship Id="rId33" Type="http://schemas.openxmlformats.org/officeDocument/2006/relationships/font" Target="fonts/Barlow-bold.fntdata"/><Relationship Id="rId10" Type="http://schemas.openxmlformats.org/officeDocument/2006/relationships/slide" Target="slides/slide5.xml"/><Relationship Id="rId32" Type="http://schemas.openxmlformats.org/officeDocument/2006/relationships/font" Target="fonts/Barlow-regular.fntdata"/><Relationship Id="rId13" Type="http://schemas.openxmlformats.org/officeDocument/2006/relationships/slide" Target="slides/slide8.xml"/><Relationship Id="rId35" Type="http://schemas.openxmlformats.org/officeDocument/2006/relationships/font" Target="fonts/Barlow-boldItalic.fntdata"/><Relationship Id="rId12" Type="http://schemas.openxmlformats.org/officeDocument/2006/relationships/slide" Target="slides/slide7.xml"/><Relationship Id="rId34" Type="http://schemas.openxmlformats.org/officeDocument/2006/relationships/font" Target="fonts/Barlow-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 name="Google Shape;19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3" name="Google Shape;20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5" name="Google Shape;21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9" name="Google Shape;22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 name="Google Shape;24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8" name="Google Shape;24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4" name="Google Shape;27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0" name="Google Shape;28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2"/>
          <p:cNvSpPr txBox="1"/>
          <p:nvPr>
            <p:ph type="ctrTitle"/>
          </p:nvPr>
        </p:nvSpPr>
        <p:spPr>
          <a:xfrm>
            <a:off x="1402767" y="1956033"/>
            <a:ext cx="9386400" cy="2448400"/>
          </a:xfrm>
          <a:prstGeom prst="rect">
            <a:avLst/>
          </a:prstGeom>
          <a:noFill/>
          <a:ln>
            <a:noFill/>
          </a:ln>
        </p:spPr>
        <p:txBody>
          <a:bodyPr anchorCtr="0" anchor="ctr" bIns="91425" lIns="91425" spcFirstLastPara="1" rIns="91425" wrap="square" tIns="91425">
            <a:noAutofit/>
          </a:bodyPr>
          <a:lstStyle>
            <a:lvl1pPr lvl="0" algn="ctr">
              <a:lnSpc>
                <a:spcPct val="90000"/>
              </a:lnSpc>
              <a:spcBef>
                <a:spcPts val="0"/>
              </a:spcBef>
              <a:spcAft>
                <a:spcPts val="0"/>
              </a:spcAft>
              <a:buSzPts val="5200"/>
              <a:buNone/>
              <a:defRPr sz="6000"/>
            </a:lvl1pPr>
            <a:lvl2pPr lvl="1" algn="ctr">
              <a:lnSpc>
                <a:spcPct val="100000"/>
              </a:lnSpc>
              <a:spcBef>
                <a:spcPts val="0"/>
              </a:spcBef>
              <a:spcAft>
                <a:spcPts val="0"/>
              </a:spcAft>
              <a:buSzPts val="5200"/>
              <a:buNone/>
              <a:defRPr sz="6933"/>
            </a:lvl2pPr>
            <a:lvl3pPr lvl="2" algn="ctr">
              <a:lnSpc>
                <a:spcPct val="100000"/>
              </a:lnSpc>
              <a:spcBef>
                <a:spcPts val="0"/>
              </a:spcBef>
              <a:spcAft>
                <a:spcPts val="0"/>
              </a:spcAft>
              <a:buSzPts val="5200"/>
              <a:buNone/>
              <a:defRPr sz="6933"/>
            </a:lvl3pPr>
            <a:lvl4pPr lvl="3" algn="ctr">
              <a:lnSpc>
                <a:spcPct val="100000"/>
              </a:lnSpc>
              <a:spcBef>
                <a:spcPts val="0"/>
              </a:spcBef>
              <a:spcAft>
                <a:spcPts val="0"/>
              </a:spcAft>
              <a:buSzPts val="5200"/>
              <a:buNone/>
              <a:defRPr sz="6933"/>
            </a:lvl4pPr>
            <a:lvl5pPr lvl="4" algn="ctr">
              <a:lnSpc>
                <a:spcPct val="100000"/>
              </a:lnSpc>
              <a:spcBef>
                <a:spcPts val="0"/>
              </a:spcBef>
              <a:spcAft>
                <a:spcPts val="0"/>
              </a:spcAft>
              <a:buSzPts val="5200"/>
              <a:buNone/>
              <a:defRPr sz="6933"/>
            </a:lvl5pPr>
            <a:lvl6pPr lvl="5" algn="ctr">
              <a:lnSpc>
                <a:spcPct val="100000"/>
              </a:lnSpc>
              <a:spcBef>
                <a:spcPts val="0"/>
              </a:spcBef>
              <a:spcAft>
                <a:spcPts val="0"/>
              </a:spcAft>
              <a:buSzPts val="5200"/>
              <a:buNone/>
              <a:defRPr sz="6933"/>
            </a:lvl6pPr>
            <a:lvl7pPr lvl="6" algn="ctr">
              <a:lnSpc>
                <a:spcPct val="100000"/>
              </a:lnSpc>
              <a:spcBef>
                <a:spcPts val="0"/>
              </a:spcBef>
              <a:spcAft>
                <a:spcPts val="0"/>
              </a:spcAft>
              <a:buSzPts val="5200"/>
              <a:buNone/>
              <a:defRPr sz="6933"/>
            </a:lvl7pPr>
            <a:lvl8pPr lvl="7" algn="ctr">
              <a:lnSpc>
                <a:spcPct val="100000"/>
              </a:lnSpc>
              <a:spcBef>
                <a:spcPts val="0"/>
              </a:spcBef>
              <a:spcAft>
                <a:spcPts val="0"/>
              </a:spcAft>
              <a:buSzPts val="5200"/>
              <a:buNone/>
              <a:defRPr sz="6933"/>
            </a:lvl8pPr>
            <a:lvl9pPr lvl="8" algn="ctr">
              <a:lnSpc>
                <a:spcPct val="100000"/>
              </a:lnSpc>
              <a:spcBef>
                <a:spcPts val="0"/>
              </a:spcBef>
              <a:spcAft>
                <a:spcPts val="0"/>
              </a:spcAft>
              <a:buSzPts val="5200"/>
              <a:buNone/>
              <a:defRPr sz="6933"/>
            </a:lvl9pPr>
          </a:lstStyle>
          <a:p/>
        </p:txBody>
      </p:sp>
      <p:sp>
        <p:nvSpPr>
          <p:cNvPr id="14" name="Google Shape;14;p2"/>
          <p:cNvSpPr txBox="1"/>
          <p:nvPr>
            <p:ph idx="1" type="subTitle"/>
          </p:nvPr>
        </p:nvSpPr>
        <p:spPr>
          <a:xfrm>
            <a:off x="1402733" y="4555167"/>
            <a:ext cx="9386400" cy="448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p:txBody>
      </p:sp>
      <p:grpSp>
        <p:nvGrpSpPr>
          <p:cNvPr id="15" name="Google Shape;15;p2"/>
          <p:cNvGrpSpPr/>
          <p:nvPr/>
        </p:nvGrpSpPr>
        <p:grpSpPr>
          <a:xfrm>
            <a:off x="9732201" y="5673700"/>
            <a:ext cx="1608281" cy="448400"/>
            <a:chOff x="7299150" y="4255275"/>
            <a:chExt cx="1206211" cy="336300"/>
          </a:xfrm>
        </p:grpSpPr>
        <p:sp>
          <p:nvSpPr>
            <p:cNvPr id="16" name="Google Shape;16;p2"/>
            <p:cNvSpPr/>
            <p:nvPr/>
          </p:nvSpPr>
          <p:spPr>
            <a:xfrm>
              <a:off x="8437571" y="4522973"/>
              <a:ext cx="67790" cy="68602"/>
            </a:xfrm>
            <a:custGeom>
              <a:rect b="b" l="l" r="r" t="t"/>
              <a:pathLst>
                <a:path extrusionOk="0" h="1268" w="1253">
                  <a:moveTo>
                    <a:pt x="1" y="1267"/>
                  </a:moveTo>
                  <a:lnTo>
                    <a:pt x="1" y="0"/>
                  </a:lnTo>
                  <a:lnTo>
                    <a:pt x="1253" y="0"/>
                  </a:lnTo>
                  <a:lnTo>
                    <a:pt x="1253" y="1267"/>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17" name="Google Shape;17;p2"/>
            <p:cNvSpPr/>
            <p:nvPr/>
          </p:nvSpPr>
          <p:spPr>
            <a:xfrm>
              <a:off x="8311080" y="4522973"/>
              <a:ext cx="67790" cy="67790"/>
            </a:xfrm>
            <a:custGeom>
              <a:rect b="b" l="l" r="r" t="t"/>
              <a:pathLst>
                <a:path extrusionOk="0" h="1253" w="1253">
                  <a:moveTo>
                    <a:pt x="1" y="1252"/>
                  </a:moveTo>
                  <a:lnTo>
                    <a:pt x="1" y="0"/>
                  </a:lnTo>
                  <a:lnTo>
                    <a:pt x="1253" y="0"/>
                  </a:lnTo>
                  <a:lnTo>
                    <a:pt x="1253" y="1252"/>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18" name="Google Shape;18;p2"/>
            <p:cNvSpPr/>
            <p:nvPr/>
          </p:nvSpPr>
          <p:spPr>
            <a:xfrm>
              <a:off x="8184589" y="4522973"/>
              <a:ext cx="67790" cy="68602"/>
            </a:xfrm>
            <a:custGeom>
              <a:rect b="b" l="l" r="r" t="t"/>
              <a:pathLst>
                <a:path extrusionOk="0" h="1268" w="1253">
                  <a:moveTo>
                    <a:pt x="1" y="1267"/>
                  </a:moveTo>
                  <a:lnTo>
                    <a:pt x="1" y="0"/>
                  </a:lnTo>
                  <a:lnTo>
                    <a:pt x="1253" y="0"/>
                  </a:lnTo>
                  <a:lnTo>
                    <a:pt x="1253" y="1267"/>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19" name="Google Shape;19;p2"/>
            <p:cNvSpPr/>
            <p:nvPr/>
          </p:nvSpPr>
          <p:spPr>
            <a:xfrm>
              <a:off x="8058097" y="4522973"/>
              <a:ext cx="67790" cy="68602"/>
            </a:xfrm>
            <a:custGeom>
              <a:rect b="b" l="l" r="r" t="t"/>
              <a:pathLst>
                <a:path extrusionOk="0" h="1268" w="1253">
                  <a:moveTo>
                    <a:pt x="1" y="1267"/>
                  </a:moveTo>
                  <a:lnTo>
                    <a:pt x="1" y="0"/>
                  </a:lnTo>
                  <a:lnTo>
                    <a:pt x="1253" y="0"/>
                  </a:lnTo>
                  <a:lnTo>
                    <a:pt x="1253" y="1267"/>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20" name="Google Shape;20;p2"/>
            <p:cNvSpPr/>
            <p:nvPr/>
          </p:nvSpPr>
          <p:spPr>
            <a:xfrm>
              <a:off x="7931606" y="4522973"/>
              <a:ext cx="67790" cy="68602"/>
            </a:xfrm>
            <a:custGeom>
              <a:rect b="b" l="l" r="r" t="t"/>
              <a:pathLst>
                <a:path extrusionOk="0" h="1268" w="1253">
                  <a:moveTo>
                    <a:pt x="1" y="1267"/>
                  </a:moveTo>
                  <a:lnTo>
                    <a:pt x="1" y="0"/>
                  </a:lnTo>
                  <a:lnTo>
                    <a:pt x="1253" y="0"/>
                  </a:lnTo>
                  <a:lnTo>
                    <a:pt x="1253" y="1267"/>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21" name="Google Shape;21;p2"/>
            <p:cNvSpPr/>
            <p:nvPr/>
          </p:nvSpPr>
          <p:spPr>
            <a:xfrm>
              <a:off x="7805115" y="4522973"/>
              <a:ext cx="67790" cy="67790"/>
            </a:xfrm>
            <a:custGeom>
              <a:rect b="b" l="l" r="r" t="t"/>
              <a:pathLst>
                <a:path extrusionOk="0" h="1253" w="1253">
                  <a:moveTo>
                    <a:pt x="1" y="1252"/>
                  </a:moveTo>
                  <a:lnTo>
                    <a:pt x="1" y="0"/>
                  </a:lnTo>
                  <a:lnTo>
                    <a:pt x="1253" y="0"/>
                  </a:lnTo>
                  <a:lnTo>
                    <a:pt x="1253" y="1252"/>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22" name="Google Shape;22;p2"/>
            <p:cNvSpPr/>
            <p:nvPr/>
          </p:nvSpPr>
          <p:spPr>
            <a:xfrm>
              <a:off x="7678624" y="4522973"/>
              <a:ext cx="67790" cy="67790"/>
            </a:xfrm>
            <a:custGeom>
              <a:rect b="b" l="l" r="r" t="t"/>
              <a:pathLst>
                <a:path extrusionOk="0" h="1253" w="1253">
                  <a:moveTo>
                    <a:pt x="1" y="1252"/>
                  </a:moveTo>
                  <a:lnTo>
                    <a:pt x="1" y="0"/>
                  </a:lnTo>
                  <a:lnTo>
                    <a:pt x="1253" y="0"/>
                  </a:lnTo>
                  <a:lnTo>
                    <a:pt x="1253" y="1252"/>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23" name="Google Shape;23;p2"/>
            <p:cNvSpPr/>
            <p:nvPr/>
          </p:nvSpPr>
          <p:spPr>
            <a:xfrm>
              <a:off x="7552132" y="4522973"/>
              <a:ext cx="67790" cy="68602"/>
            </a:xfrm>
            <a:custGeom>
              <a:rect b="b" l="l" r="r" t="t"/>
              <a:pathLst>
                <a:path extrusionOk="0" h="1268" w="1253">
                  <a:moveTo>
                    <a:pt x="1" y="1267"/>
                  </a:moveTo>
                  <a:lnTo>
                    <a:pt x="1" y="0"/>
                  </a:lnTo>
                  <a:lnTo>
                    <a:pt x="1253" y="0"/>
                  </a:lnTo>
                  <a:lnTo>
                    <a:pt x="1253" y="1267"/>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24" name="Google Shape;24;p2"/>
            <p:cNvSpPr/>
            <p:nvPr/>
          </p:nvSpPr>
          <p:spPr>
            <a:xfrm>
              <a:off x="7425641" y="4522973"/>
              <a:ext cx="67790" cy="68602"/>
            </a:xfrm>
            <a:custGeom>
              <a:rect b="b" l="l" r="r" t="t"/>
              <a:pathLst>
                <a:path extrusionOk="0" h="1268" w="1253">
                  <a:moveTo>
                    <a:pt x="1" y="1267"/>
                  </a:moveTo>
                  <a:lnTo>
                    <a:pt x="1" y="0"/>
                  </a:lnTo>
                  <a:lnTo>
                    <a:pt x="1253" y="0"/>
                  </a:lnTo>
                  <a:lnTo>
                    <a:pt x="1253" y="1267"/>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25" name="Google Shape;25;p2"/>
            <p:cNvSpPr/>
            <p:nvPr/>
          </p:nvSpPr>
          <p:spPr>
            <a:xfrm>
              <a:off x="7299150" y="4522973"/>
              <a:ext cx="67790" cy="68602"/>
            </a:xfrm>
            <a:custGeom>
              <a:rect b="b" l="l" r="r" t="t"/>
              <a:pathLst>
                <a:path extrusionOk="0" h="1268" w="1253">
                  <a:moveTo>
                    <a:pt x="1" y="1267"/>
                  </a:moveTo>
                  <a:lnTo>
                    <a:pt x="1" y="0"/>
                  </a:lnTo>
                  <a:lnTo>
                    <a:pt x="1253" y="0"/>
                  </a:lnTo>
                  <a:lnTo>
                    <a:pt x="1253" y="1267"/>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26" name="Google Shape;26;p2"/>
            <p:cNvSpPr/>
            <p:nvPr/>
          </p:nvSpPr>
          <p:spPr>
            <a:xfrm>
              <a:off x="7552132" y="4389124"/>
              <a:ext cx="67790" cy="68602"/>
            </a:xfrm>
            <a:custGeom>
              <a:rect b="b" l="l" r="r" t="t"/>
              <a:pathLst>
                <a:path extrusionOk="0" h="1268" w="1253">
                  <a:moveTo>
                    <a:pt x="1" y="1268"/>
                  </a:moveTo>
                  <a:lnTo>
                    <a:pt x="1" y="0"/>
                  </a:lnTo>
                  <a:lnTo>
                    <a:pt x="1253" y="0"/>
                  </a:lnTo>
                  <a:lnTo>
                    <a:pt x="1253" y="1268"/>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27" name="Google Shape;27;p2"/>
            <p:cNvSpPr/>
            <p:nvPr/>
          </p:nvSpPr>
          <p:spPr>
            <a:xfrm>
              <a:off x="7425641" y="4389124"/>
              <a:ext cx="67790" cy="68602"/>
            </a:xfrm>
            <a:custGeom>
              <a:rect b="b" l="l" r="r" t="t"/>
              <a:pathLst>
                <a:path extrusionOk="0" h="1268" w="1253">
                  <a:moveTo>
                    <a:pt x="1" y="1268"/>
                  </a:moveTo>
                  <a:lnTo>
                    <a:pt x="1" y="0"/>
                  </a:lnTo>
                  <a:lnTo>
                    <a:pt x="1253" y="0"/>
                  </a:lnTo>
                  <a:lnTo>
                    <a:pt x="1253" y="1268"/>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28" name="Google Shape;28;p2"/>
            <p:cNvSpPr/>
            <p:nvPr/>
          </p:nvSpPr>
          <p:spPr>
            <a:xfrm>
              <a:off x="7299150" y="4389124"/>
              <a:ext cx="67790" cy="68602"/>
            </a:xfrm>
            <a:custGeom>
              <a:rect b="b" l="l" r="r" t="t"/>
              <a:pathLst>
                <a:path extrusionOk="0" h="1268" w="1253">
                  <a:moveTo>
                    <a:pt x="1" y="1268"/>
                  </a:moveTo>
                  <a:lnTo>
                    <a:pt x="1" y="0"/>
                  </a:lnTo>
                  <a:lnTo>
                    <a:pt x="1253" y="0"/>
                  </a:lnTo>
                  <a:lnTo>
                    <a:pt x="1253" y="1268"/>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29" name="Google Shape;29;p2"/>
            <p:cNvSpPr/>
            <p:nvPr/>
          </p:nvSpPr>
          <p:spPr>
            <a:xfrm>
              <a:off x="7805115" y="4255275"/>
              <a:ext cx="67790" cy="67790"/>
            </a:xfrm>
            <a:custGeom>
              <a:rect b="b" l="l" r="r" t="t"/>
              <a:pathLst>
                <a:path extrusionOk="0" h="1253" w="1253">
                  <a:moveTo>
                    <a:pt x="1" y="1253"/>
                  </a:moveTo>
                  <a:lnTo>
                    <a:pt x="1" y="1"/>
                  </a:lnTo>
                  <a:lnTo>
                    <a:pt x="1253" y="1"/>
                  </a:lnTo>
                  <a:lnTo>
                    <a:pt x="1253" y="1253"/>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30" name="Google Shape;30;p2"/>
            <p:cNvSpPr/>
            <p:nvPr/>
          </p:nvSpPr>
          <p:spPr>
            <a:xfrm>
              <a:off x="7678624" y="4255275"/>
              <a:ext cx="67790" cy="67790"/>
            </a:xfrm>
            <a:custGeom>
              <a:rect b="b" l="l" r="r" t="t"/>
              <a:pathLst>
                <a:path extrusionOk="0" h="1253" w="1253">
                  <a:moveTo>
                    <a:pt x="1" y="1253"/>
                  </a:moveTo>
                  <a:lnTo>
                    <a:pt x="1" y="1"/>
                  </a:lnTo>
                  <a:lnTo>
                    <a:pt x="1253" y="1"/>
                  </a:lnTo>
                  <a:lnTo>
                    <a:pt x="1253" y="1253"/>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31" name="Google Shape;31;p2"/>
            <p:cNvSpPr/>
            <p:nvPr/>
          </p:nvSpPr>
          <p:spPr>
            <a:xfrm>
              <a:off x="7552132" y="4255275"/>
              <a:ext cx="67790" cy="67790"/>
            </a:xfrm>
            <a:custGeom>
              <a:rect b="b" l="l" r="r" t="t"/>
              <a:pathLst>
                <a:path extrusionOk="0" h="1253" w="1253">
                  <a:moveTo>
                    <a:pt x="1" y="1253"/>
                  </a:moveTo>
                  <a:lnTo>
                    <a:pt x="1" y="1"/>
                  </a:lnTo>
                  <a:lnTo>
                    <a:pt x="1253" y="1"/>
                  </a:lnTo>
                  <a:lnTo>
                    <a:pt x="1253" y="1253"/>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32" name="Google Shape;32;p2"/>
            <p:cNvSpPr/>
            <p:nvPr/>
          </p:nvSpPr>
          <p:spPr>
            <a:xfrm>
              <a:off x="7425641" y="4255275"/>
              <a:ext cx="67790" cy="68602"/>
            </a:xfrm>
            <a:custGeom>
              <a:rect b="b" l="l" r="r" t="t"/>
              <a:pathLst>
                <a:path extrusionOk="0" h="1268" w="1253">
                  <a:moveTo>
                    <a:pt x="1" y="1268"/>
                  </a:moveTo>
                  <a:lnTo>
                    <a:pt x="1" y="1"/>
                  </a:lnTo>
                  <a:lnTo>
                    <a:pt x="1253" y="1"/>
                  </a:lnTo>
                  <a:lnTo>
                    <a:pt x="1253" y="1268"/>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33" name="Google Shape;33;p2"/>
            <p:cNvSpPr/>
            <p:nvPr/>
          </p:nvSpPr>
          <p:spPr>
            <a:xfrm>
              <a:off x="7299150" y="4255275"/>
              <a:ext cx="67790" cy="68602"/>
            </a:xfrm>
            <a:custGeom>
              <a:rect b="b" l="l" r="r" t="t"/>
              <a:pathLst>
                <a:path extrusionOk="0" h="1268" w="1253">
                  <a:moveTo>
                    <a:pt x="1" y="1268"/>
                  </a:moveTo>
                  <a:lnTo>
                    <a:pt x="1" y="1"/>
                  </a:lnTo>
                  <a:lnTo>
                    <a:pt x="1253" y="1"/>
                  </a:lnTo>
                  <a:lnTo>
                    <a:pt x="1253" y="1268"/>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grpSp>
      <p:grpSp>
        <p:nvGrpSpPr>
          <p:cNvPr id="34" name="Google Shape;34;p2"/>
          <p:cNvGrpSpPr/>
          <p:nvPr/>
        </p:nvGrpSpPr>
        <p:grpSpPr>
          <a:xfrm>
            <a:off x="828134" y="719333"/>
            <a:ext cx="1608281" cy="448400"/>
            <a:chOff x="2113900" y="803075"/>
            <a:chExt cx="1206211" cy="336300"/>
          </a:xfrm>
        </p:grpSpPr>
        <p:sp>
          <p:nvSpPr>
            <p:cNvPr id="35" name="Google Shape;35;p2"/>
            <p:cNvSpPr/>
            <p:nvPr/>
          </p:nvSpPr>
          <p:spPr>
            <a:xfrm rot="10800000">
              <a:off x="2113900" y="803075"/>
              <a:ext cx="67790" cy="68602"/>
            </a:xfrm>
            <a:custGeom>
              <a:rect b="b" l="l" r="r" t="t"/>
              <a:pathLst>
                <a:path extrusionOk="0" h="1268" w="1253">
                  <a:moveTo>
                    <a:pt x="1" y="1267"/>
                  </a:moveTo>
                  <a:lnTo>
                    <a:pt x="1" y="0"/>
                  </a:lnTo>
                  <a:lnTo>
                    <a:pt x="1253" y="0"/>
                  </a:lnTo>
                  <a:lnTo>
                    <a:pt x="1253" y="1267"/>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36" name="Google Shape;36;p2"/>
            <p:cNvSpPr/>
            <p:nvPr/>
          </p:nvSpPr>
          <p:spPr>
            <a:xfrm rot="10800000">
              <a:off x="2240391" y="803887"/>
              <a:ext cx="67790" cy="67790"/>
            </a:xfrm>
            <a:custGeom>
              <a:rect b="b" l="l" r="r" t="t"/>
              <a:pathLst>
                <a:path extrusionOk="0" h="1253" w="1253">
                  <a:moveTo>
                    <a:pt x="1" y="1252"/>
                  </a:moveTo>
                  <a:lnTo>
                    <a:pt x="1" y="0"/>
                  </a:lnTo>
                  <a:lnTo>
                    <a:pt x="1253" y="0"/>
                  </a:lnTo>
                  <a:lnTo>
                    <a:pt x="1253" y="1252"/>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37" name="Google Shape;37;p2"/>
            <p:cNvSpPr/>
            <p:nvPr/>
          </p:nvSpPr>
          <p:spPr>
            <a:xfrm rot="10800000">
              <a:off x="2366882" y="803075"/>
              <a:ext cx="67790" cy="68602"/>
            </a:xfrm>
            <a:custGeom>
              <a:rect b="b" l="l" r="r" t="t"/>
              <a:pathLst>
                <a:path extrusionOk="0" h="1268" w="1253">
                  <a:moveTo>
                    <a:pt x="1" y="1267"/>
                  </a:moveTo>
                  <a:lnTo>
                    <a:pt x="1" y="0"/>
                  </a:lnTo>
                  <a:lnTo>
                    <a:pt x="1253" y="0"/>
                  </a:lnTo>
                  <a:lnTo>
                    <a:pt x="1253" y="1267"/>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38" name="Google Shape;38;p2"/>
            <p:cNvSpPr/>
            <p:nvPr/>
          </p:nvSpPr>
          <p:spPr>
            <a:xfrm rot="10800000">
              <a:off x="2493374" y="803075"/>
              <a:ext cx="67790" cy="68602"/>
            </a:xfrm>
            <a:custGeom>
              <a:rect b="b" l="l" r="r" t="t"/>
              <a:pathLst>
                <a:path extrusionOk="0" h="1268" w="1253">
                  <a:moveTo>
                    <a:pt x="1" y="1267"/>
                  </a:moveTo>
                  <a:lnTo>
                    <a:pt x="1" y="0"/>
                  </a:lnTo>
                  <a:lnTo>
                    <a:pt x="1253" y="0"/>
                  </a:lnTo>
                  <a:lnTo>
                    <a:pt x="1253" y="1267"/>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39" name="Google Shape;39;p2"/>
            <p:cNvSpPr/>
            <p:nvPr/>
          </p:nvSpPr>
          <p:spPr>
            <a:xfrm rot="10800000">
              <a:off x="2619865" y="803075"/>
              <a:ext cx="67790" cy="68602"/>
            </a:xfrm>
            <a:custGeom>
              <a:rect b="b" l="l" r="r" t="t"/>
              <a:pathLst>
                <a:path extrusionOk="0" h="1268" w="1253">
                  <a:moveTo>
                    <a:pt x="1" y="1267"/>
                  </a:moveTo>
                  <a:lnTo>
                    <a:pt x="1" y="0"/>
                  </a:lnTo>
                  <a:lnTo>
                    <a:pt x="1253" y="0"/>
                  </a:lnTo>
                  <a:lnTo>
                    <a:pt x="1253" y="1267"/>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40" name="Google Shape;40;p2"/>
            <p:cNvSpPr/>
            <p:nvPr/>
          </p:nvSpPr>
          <p:spPr>
            <a:xfrm rot="10800000">
              <a:off x="2746356" y="803887"/>
              <a:ext cx="67790" cy="67790"/>
            </a:xfrm>
            <a:custGeom>
              <a:rect b="b" l="l" r="r" t="t"/>
              <a:pathLst>
                <a:path extrusionOk="0" h="1253" w="1253">
                  <a:moveTo>
                    <a:pt x="1" y="1252"/>
                  </a:moveTo>
                  <a:lnTo>
                    <a:pt x="1" y="0"/>
                  </a:lnTo>
                  <a:lnTo>
                    <a:pt x="1253" y="0"/>
                  </a:lnTo>
                  <a:lnTo>
                    <a:pt x="1253" y="1252"/>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41" name="Google Shape;41;p2"/>
            <p:cNvSpPr/>
            <p:nvPr/>
          </p:nvSpPr>
          <p:spPr>
            <a:xfrm rot="10800000">
              <a:off x="2872847" y="803887"/>
              <a:ext cx="67790" cy="67790"/>
            </a:xfrm>
            <a:custGeom>
              <a:rect b="b" l="l" r="r" t="t"/>
              <a:pathLst>
                <a:path extrusionOk="0" h="1253" w="1253">
                  <a:moveTo>
                    <a:pt x="1" y="1252"/>
                  </a:moveTo>
                  <a:lnTo>
                    <a:pt x="1" y="0"/>
                  </a:lnTo>
                  <a:lnTo>
                    <a:pt x="1253" y="0"/>
                  </a:lnTo>
                  <a:lnTo>
                    <a:pt x="1253" y="1252"/>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42" name="Google Shape;42;p2"/>
            <p:cNvSpPr/>
            <p:nvPr/>
          </p:nvSpPr>
          <p:spPr>
            <a:xfrm rot="10800000">
              <a:off x="2999339" y="803075"/>
              <a:ext cx="67790" cy="68602"/>
            </a:xfrm>
            <a:custGeom>
              <a:rect b="b" l="l" r="r" t="t"/>
              <a:pathLst>
                <a:path extrusionOk="0" h="1268" w="1253">
                  <a:moveTo>
                    <a:pt x="1" y="1267"/>
                  </a:moveTo>
                  <a:lnTo>
                    <a:pt x="1" y="0"/>
                  </a:lnTo>
                  <a:lnTo>
                    <a:pt x="1253" y="0"/>
                  </a:lnTo>
                  <a:lnTo>
                    <a:pt x="1253" y="1267"/>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43" name="Google Shape;43;p2"/>
            <p:cNvSpPr/>
            <p:nvPr/>
          </p:nvSpPr>
          <p:spPr>
            <a:xfrm rot="10800000">
              <a:off x="3125830" y="803075"/>
              <a:ext cx="67790" cy="68602"/>
            </a:xfrm>
            <a:custGeom>
              <a:rect b="b" l="l" r="r" t="t"/>
              <a:pathLst>
                <a:path extrusionOk="0" h="1268" w="1253">
                  <a:moveTo>
                    <a:pt x="1" y="1267"/>
                  </a:moveTo>
                  <a:lnTo>
                    <a:pt x="1" y="0"/>
                  </a:lnTo>
                  <a:lnTo>
                    <a:pt x="1253" y="0"/>
                  </a:lnTo>
                  <a:lnTo>
                    <a:pt x="1253" y="1267"/>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44" name="Google Shape;44;p2"/>
            <p:cNvSpPr/>
            <p:nvPr/>
          </p:nvSpPr>
          <p:spPr>
            <a:xfrm rot="10800000">
              <a:off x="3252321" y="803075"/>
              <a:ext cx="67790" cy="68602"/>
            </a:xfrm>
            <a:custGeom>
              <a:rect b="b" l="l" r="r" t="t"/>
              <a:pathLst>
                <a:path extrusionOk="0" h="1268" w="1253">
                  <a:moveTo>
                    <a:pt x="1" y="1267"/>
                  </a:moveTo>
                  <a:lnTo>
                    <a:pt x="1" y="0"/>
                  </a:lnTo>
                  <a:lnTo>
                    <a:pt x="1253" y="0"/>
                  </a:lnTo>
                  <a:lnTo>
                    <a:pt x="1253" y="1267"/>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45" name="Google Shape;45;p2"/>
            <p:cNvSpPr/>
            <p:nvPr/>
          </p:nvSpPr>
          <p:spPr>
            <a:xfrm rot="10800000">
              <a:off x="2999339" y="936924"/>
              <a:ext cx="67790" cy="68602"/>
            </a:xfrm>
            <a:custGeom>
              <a:rect b="b" l="l" r="r" t="t"/>
              <a:pathLst>
                <a:path extrusionOk="0" h="1268" w="1253">
                  <a:moveTo>
                    <a:pt x="1" y="1268"/>
                  </a:moveTo>
                  <a:lnTo>
                    <a:pt x="1" y="0"/>
                  </a:lnTo>
                  <a:lnTo>
                    <a:pt x="1253" y="0"/>
                  </a:lnTo>
                  <a:lnTo>
                    <a:pt x="1253" y="1268"/>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46" name="Google Shape;46;p2"/>
            <p:cNvSpPr/>
            <p:nvPr/>
          </p:nvSpPr>
          <p:spPr>
            <a:xfrm rot="10800000">
              <a:off x="3125830" y="936924"/>
              <a:ext cx="67790" cy="68602"/>
            </a:xfrm>
            <a:custGeom>
              <a:rect b="b" l="l" r="r" t="t"/>
              <a:pathLst>
                <a:path extrusionOk="0" h="1268" w="1253">
                  <a:moveTo>
                    <a:pt x="1" y="1268"/>
                  </a:moveTo>
                  <a:lnTo>
                    <a:pt x="1" y="0"/>
                  </a:lnTo>
                  <a:lnTo>
                    <a:pt x="1253" y="0"/>
                  </a:lnTo>
                  <a:lnTo>
                    <a:pt x="1253" y="1268"/>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47" name="Google Shape;47;p2"/>
            <p:cNvSpPr/>
            <p:nvPr/>
          </p:nvSpPr>
          <p:spPr>
            <a:xfrm rot="10800000">
              <a:off x="3252321" y="936924"/>
              <a:ext cx="67790" cy="68602"/>
            </a:xfrm>
            <a:custGeom>
              <a:rect b="b" l="l" r="r" t="t"/>
              <a:pathLst>
                <a:path extrusionOk="0" h="1268" w="1253">
                  <a:moveTo>
                    <a:pt x="1" y="1268"/>
                  </a:moveTo>
                  <a:lnTo>
                    <a:pt x="1" y="0"/>
                  </a:lnTo>
                  <a:lnTo>
                    <a:pt x="1253" y="0"/>
                  </a:lnTo>
                  <a:lnTo>
                    <a:pt x="1253" y="1268"/>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48" name="Google Shape;48;p2"/>
            <p:cNvSpPr/>
            <p:nvPr/>
          </p:nvSpPr>
          <p:spPr>
            <a:xfrm rot="10800000">
              <a:off x="2746356" y="1071585"/>
              <a:ext cx="67790" cy="67790"/>
            </a:xfrm>
            <a:custGeom>
              <a:rect b="b" l="l" r="r" t="t"/>
              <a:pathLst>
                <a:path extrusionOk="0" h="1253" w="1253">
                  <a:moveTo>
                    <a:pt x="1" y="1253"/>
                  </a:moveTo>
                  <a:lnTo>
                    <a:pt x="1" y="1"/>
                  </a:lnTo>
                  <a:lnTo>
                    <a:pt x="1253" y="1"/>
                  </a:lnTo>
                  <a:lnTo>
                    <a:pt x="1253" y="1253"/>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49" name="Google Shape;49;p2"/>
            <p:cNvSpPr/>
            <p:nvPr/>
          </p:nvSpPr>
          <p:spPr>
            <a:xfrm rot="10800000">
              <a:off x="2872847" y="1071585"/>
              <a:ext cx="67790" cy="67790"/>
            </a:xfrm>
            <a:custGeom>
              <a:rect b="b" l="l" r="r" t="t"/>
              <a:pathLst>
                <a:path extrusionOk="0" h="1253" w="1253">
                  <a:moveTo>
                    <a:pt x="1" y="1253"/>
                  </a:moveTo>
                  <a:lnTo>
                    <a:pt x="1" y="1"/>
                  </a:lnTo>
                  <a:lnTo>
                    <a:pt x="1253" y="1"/>
                  </a:lnTo>
                  <a:lnTo>
                    <a:pt x="1253" y="1253"/>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50" name="Google Shape;50;p2"/>
            <p:cNvSpPr/>
            <p:nvPr/>
          </p:nvSpPr>
          <p:spPr>
            <a:xfrm rot="10800000">
              <a:off x="2999339" y="1071585"/>
              <a:ext cx="67790" cy="67790"/>
            </a:xfrm>
            <a:custGeom>
              <a:rect b="b" l="l" r="r" t="t"/>
              <a:pathLst>
                <a:path extrusionOk="0" h="1253" w="1253">
                  <a:moveTo>
                    <a:pt x="1" y="1253"/>
                  </a:moveTo>
                  <a:lnTo>
                    <a:pt x="1" y="1"/>
                  </a:lnTo>
                  <a:lnTo>
                    <a:pt x="1253" y="1"/>
                  </a:lnTo>
                  <a:lnTo>
                    <a:pt x="1253" y="1253"/>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51" name="Google Shape;51;p2"/>
            <p:cNvSpPr/>
            <p:nvPr/>
          </p:nvSpPr>
          <p:spPr>
            <a:xfrm rot="10800000">
              <a:off x="3125830" y="1070773"/>
              <a:ext cx="67790" cy="68602"/>
            </a:xfrm>
            <a:custGeom>
              <a:rect b="b" l="l" r="r" t="t"/>
              <a:pathLst>
                <a:path extrusionOk="0" h="1268" w="1253">
                  <a:moveTo>
                    <a:pt x="1" y="1268"/>
                  </a:moveTo>
                  <a:lnTo>
                    <a:pt x="1" y="1"/>
                  </a:lnTo>
                  <a:lnTo>
                    <a:pt x="1253" y="1"/>
                  </a:lnTo>
                  <a:lnTo>
                    <a:pt x="1253" y="1268"/>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52" name="Google Shape;52;p2"/>
            <p:cNvSpPr/>
            <p:nvPr/>
          </p:nvSpPr>
          <p:spPr>
            <a:xfrm rot="10800000">
              <a:off x="3252321" y="1070773"/>
              <a:ext cx="67790" cy="68602"/>
            </a:xfrm>
            <a:custGeom>
              <a:rect b="b" l="l" r="r" t="t"/>
              <a:pathLst>
                <a:path extrusionOk="0" h="1268" w="1253">
                  <a:moveTo>
                    <a:pt x="1" y="1268"/>
                  </a:moveTo>
                  <a:lnTo>
                    <a:pt x="1" y="1"/>
                  </a:lnTo>
                  <a:lnTo>
                    <a:pt x="1253" y="1"/>
                  </a:lnTo>
                  <a:lnTo>
                    <a:pt x="1253" y="1268"/>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grpSp>
      <p:sp>
        <p:nvSpPr>
          <p:cNvPr id="53" name="Google Shape;53;p2"/>
          <p:cNvSpPr/>
          <p:nvPr/>
        </p:nvSpPr>
        <p:spPr>
          <a:xfrm>
            <a:off x="6531319" y="6201431"/>
            <a:ext cx="1329587" cy="656564"/>
          </a:xfrm>
          <a:custGeom>
            <a:rect b="b" l="l" r="r" t="t"/>
            <a:pathLst>
              <a:path extrusionOk="0" h="8976" w="18177">
                <a:moveTo>
                  <a:pt x="18176" y="8975"/>
                </a:moveTo>
                <a:lnTo>
                  <a:pt x="13485" y="8975"/>
                </a:lnTo>
                <a:cubicBezTo>
                  <a:pt x="13485" y="6532"/>
                  <a:pt x="11524" y="4571"/>
                  <a:pt x="9096" y="4571"/>
                </a:cubicBezTo>
                <a:cubicBezTo>
                  <a:pt x="6652" y="4571"/>
                  <a:pt x="4691" y="6532"/>
                  <a:pt x="4691" y="8975"/>
                </a:cubicBezTo>
                <a:lnTo>
                  <a:pt x="0" y="8975"/>
                </a:lnTo>
                <a:cubicBezTo>
                  <a:pt x="75" y="3997"/>
                  <a:pt x="4118" y="0"/>
                  <a:pt x="9096" y="0"/>
                </a:cubicBezTo>
                <a:cubicBezTo>
                  <a:pt x="14058" y="0"/>
                  <a:pt x="18116" y="3997"/>
                  <a:pt x="18176" y="8975"/>
                </a:cubicBezTo>
                <a:close/>
              </a:path>
            </a:pathLst>
          </a:custGeom>
          <a:solidFill>
            <a:schemeClr val="accen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54" name="Google Shape;54;p2"/>
          <p:cNvSpPr/>
          <p:nvPr/>
        </p:nvSpPr>
        <p:spPr>
          <a:xfrm>
            <a:off x="5127285" y="6201431"/>
            <a:ext cx="1329587" cy="656564"/>
          </a:xfrm>
          <a:custGeom>
            <a:rect b="b" l="l" r="r" t="t"/>
            <a:pathLst>
              <a:path extrusionOk="0" h="8976" w="18177">
                <a:moveTo>
                  <a:pt x="18176" y="8975"/>
                </a:moveTo>
                <a:lnTo>
                  <a:pt x="13485" y="8975"/>
                </a:lnTo>
                <a:cubicBezTo>
                  <a:pt x="13485" y="6532"/>
                  <a:pt x="11524" y="4571"/>
                  <a:pt x="9096" y="4571"/>
                </a:cubicBezTo>
                <a:cubicBezTo>
                  <a:pt x="6652" y="4571"/>
                  <a:pt x="4691" y="6532"/>
                  <a:pt x="4691" y="8975"/>
                </a:cubicBezTo>
                <a:lnTo>
                  <a:pt x="0" y="8975"/>
                </a:lnTo>
                <a:cubicBezTo>
                  <a:pt x="75" y="3997"/>
                  <a:pt x="4118" y="0"/>
                  <a:pt x="9096" y="0"/>
                </a:cubicBezTo>
                <a:cubicBezTo>
                  <a:pt x="14058" y="0"/>
                  <a:pt x="18116" y="3997"/>
                  <a:pt x="18176" y="8975"/>
                </a:cubicBezTo>
                <a:close/>
              </a:path>
            </a:pathLst>
          </a:custGeom>
          <a:solidFill>
            <a:schemeClr val="accen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grpSp>
        <p:nvGrpSpPr>
          <p:cNvPr id="55" name="Google Shape;55;p2"/>
          <p:cNvGrpSpPr/>
          <p:nvPr/>
        </p:nvGrpSpPr>
        <p:grpSpPr>
          <a:xfrm>
            <a:off x="1839118" y="5673707"/>
            <a:ext cx="2057903" cy="2057903"/>
            <a:chOff x="-1154300" y="1435713"/>
            <a:chExt cx="1019100" cy="1019100"/>
          </a:xfrm>
        </p:grpSpPr>
        <p:grpSp>
          <p:nvGrpSpPr>
            <p:cNvPr id="56" name="Google Shape;56;p2"/>
            <p:cNvGrpSpPr/>
            <p:nvPr/>
          </p:nvGrpSpPr>
          <p:grpSpPr>
            <a:xfrm>
              <a:off x="-1092956" y="1494840"/>
              <a:ext cx="896401" cy="900845"/>
              <a:chOff x="-1092956" y="1494840"/>
              <a:chExt cx="896401" cy="900845"/>
            </a:xfrm>
          </p:grpSpPr>
          <p:sp>
            <p:nvSpPr>
              <p:cNvPr id="57" name="Google Shape;57;p2"/>
              <p:cNvSpPr/>
              <p:nvPr/>
            </p:nvSpPr>
            <p:spPr>
              <a:xfrm rot="5400000">
                <a:off x="-1085613" y="1487496"/>
                <a:ext cx="881714" cy="896401"/>
              </a:xfrm>
              <a:custGeom>
                <a:rect b="b" l="l" r="r" t="t"/>
                <a:pathLst>
                  <a:path extrusionOk="0" h="21179" w="20832">
                    <a:moveTo>
                      <a:pt x="10816" y="20831"/>
                    </a:moveTo>
                    <a:cubicBezTo>
                      <a:pt x="6758" y="20831"/>
                      <a:pt x="3108" y="18388"/>
                      <a:pt x="1554" y="14647"/>
                    </a:cubicBezTo>
                    <a:cubicBezTo>
                      <a:pt x="0" y="10906"/>
                      <a:pt x="860" y="6592"/>
                      <a:pt x="3726" y="3726"/>
                    </a:cubicBezTo>
                    <a:cubicBezTo>
                      <a:pt x="6592" y="860"/>
                      <a:pt x="10906" y="0"/>
                      <a:pt x="14647" y="1554"/>
                    </a:cubicBezTo>
                    <a:cubicBezTo>
                      <a:pt x="18388" y="3108"/>
                      <a:pt x="20831" y="6758"/>
                      <a:pt x="20831" y="10816"/>
                    </a:cubicBezTo>
                    <a:cubicBezTo>
                      <a:pt x="20831" y="16336"/>
                      <a:pt x="16336" y="20831"/>
                      <a:pt x="10816" y="20831"/>
                    </a:cubicBezTo>
                    <a:close/>
                    <a:moveTo>
                      <a:pt x="10816" y="1192"/>
                    </a:moveTo>
                    <a:cubicBezTo>
                      <a:pt x="6924" y="1192"/>
                      <a:pt x="3409" y="3530"/>
                      <a:pt x="1931" y="7120"/>
                    </a:cubicBezTo>
                    <a:cubicBezTo>
                      <a:pt x="438" y="10710"/>
                      <a:pt x="1267" y="14858"/>
                      <a:pt x="4013" y="17603"/>
                    </a:cubicBezTo>
                    <a:cubicBezTo>
                      <a:pt x="6758" y="20349"/>
                      <a:pt x="10891" y="21178"/>
                      <a:pt x="14496" y="19685"/>
                    </a:cubicBezTo>
                    <a:cubicBezTo>
                      <a:pt x="18086" y="18207"/>
                      <a:pt x="20424" y="14692"/>
                      <a:pt x="20424" y="10801"/>
                    </a:cubicBezTo>
                    <a:cubicBezTo>
                      <a:pt x="20424" y="5491"/>
                      <a:pt x="16110" y="1192"/>
                      <a:pt x="10816" y="1192"/>
                    </a:cubicBezTo>
                    <a:close/>
                  </a:path>
                </a:pathLst>
              </a:custGeom>
              <a:gradFill>
                <a:gsLst>
                  <a:gs pos="0">
                    <a:schemeClr val="accent2"/>
                  </a:gs>
                  <a:gs pos="50000">
                    <a:schemeClr val="accent3"/>
                  </a:gs>
                  <a:gs pos="100000">
                    <a:schemeClr val="accent4"/>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58" name="Google Shape;58;p2"/>
              <p:cNvSpPr/>
              <p:nvPr/>
            </p:nvSpPr>
            <p:spPr>
              <a:xfrm rot="5400000">
                <a:off x="-1021745" y="1584547"/>
                <a:ext cx="734847" cy="735482"/>
              </a:xfrm>
              <a:custGeom>
                <a:rect b="b" l="l" r="r" t="t"/>
                <a:pathLst>
                  <a:path extrusionOk="0" h="17377" w="17362">
                    <a:moveTo>
                      <a:pt x="8689" y="0"/>
                    </a:moveTo>
                    <a:lnTo>
                      <a:pt x="8447" y="0"/>
                    </a:lnTo>
                    <a:lnTo>
                      <a:pt x="8508" y="2082"/>
                    </a:lnTo>
                    <a:lnTo>
                      <a:pt x="8689" y="2082"/>
                    </a:lnTo>
                    <a:close/>
                    <a:moveTo>
                      <a:pt x="8100" y="30"/>
                    </a:moveTo>
                    <a:lnTo>
                      <a:pt x="8025" y="30"/>
                    </a:lnTo>
                    <a:lnTo>
                      <a:pt x="7995" y="30"/>
                    </a:lnTo>
                    <a:lnTo>
                      <a:pt x="7859" y="30"/>
                    </a:lnTo>
                    <a:lnTo>
                      <a:pt x="8055" y="2112"/>
                    </a:lnTo>
                    <a:lnTo>
                      <a:pt x="8236" y="2097"/>
                    </a:lnTo>
                    <a:lnTo>
                      <a:pt x="8085" y="15"/>
                    </a:lnTo>
                    <a:close/>
                    <a:moveTo>
                      <a:pt x="7512" y="76"/>
                    </a:moveTo>
                    <a:lnTo>
                      <a:pt x="7376" y="106"/>
                    </a:lnTo>
                    <a:lnTo>
                      <a:pt x="7346" y="106"/>
                    </a:lnTo>
                    <a:lnTo>
                      <a:pt x="7286" y="106"/>
                    </a:lnTo>
                    <a:lnTo>
                      <a:pt x="7618" y="2157"/>
                    </a:lnTo>
                    <a:lnTo>
                      <a:pt x="7783" y="2127"/>
                    </a:lnTo>
                    <a:lnTo>
                      <a:pt x="7512" y="76"/>
                    </a:lnTo>
                    <a:close/>
                    <a:moveTo>
                      <a:pt x="6939" y="181"/>
                    </a:moveTo>
                    <a:lnTo>
                      <a:pt x="6909" y="181"/>
                    </a:lnTo>
                    <a:lnTo>
                      <a:pt x="6878" y="181"/>
                    </a:lnTo>
                    <a:lnTo>
                      <a:pt x="6713" y="211"/>
                    </a:lnTo>
                    <a:lnTo>
                      <a:pt x="6713" y="211"/>
                    </a:lnTo>
                    <a:lnTo>
                      <a:pt x="7180" y="2233"/>
                    </a:lnTo>
                    <a:lnTo>
                      <a:pt x="7361" y="2203"/>
                    </a:lnTo>
                    <a:lnTo>
                      <a:pt x="6939" y="166"/>
                    </a:lnTo>
                    <a:close/>
                    <a:moveTo>
                      <a:pt x="6366" y="317"/>
                    </a:moveTo>
                    <a:lnTo>
                      <a:pt x="6139" y="377"/>
                    </a:lnTo>
                    <a:lnTo>
                      <a:pt x="6758" y="2368"/>
                    </a:lnTo>
                    <a:lnTo>
                      <a:pt x="6924" y="2323"/>
                    </a:lnTo>
                    <a:close/>
                    <a:moveTo>
                      <a:pt x="5808" y="498"/>
                    </a:moveTo>
                    <a:cubicBezTo>
                      <a:pt x="5732" y="513"/>
                      <a:pt x="5657" y="543"/>
                      <a:pt x="5581" y="573"/>
                    </a:cubicBezTo>
                    <a:lnTo>
                      <a:pt x="6320" y="2504"/>
                    </a:lnTo>
                    <a:lnTo>
                      <a:pt x="6486" y="2444"/>
                    </a:lnTo>
                    <a:lnTo>
                      <a:pt x="5808" y="498"/>
                    </a:lnTo>
                    <a:close/>
                    <a:moveTo>
                      <a:pt x="5249" y="709"/>
                    </a:moveTo>
                    <a:lnTo>
                      <a:pt x="5234" y="724"/>
                    </a:lnTo>
                    <a:lnTo>
                      <a:pt x="5189" y="724"/>
                    </a:lnTo>
                    <a:lnTo>
                      <a:pt x="5174" y="724"/>
                    </a:lnTo>
                    <a:lnTo>
                      <a:pt x="5144" y="724"/>
                    </a:lnTo>
                    <a:lnTo>
                      <a:pt x="5144" y="724"/>
                    </a:lnTo>
                    <a:lnTo>
                      <a:pt x="5144" y="724"/>
                    </a:lnTo>
                    <a:lnTo>
                      <a:pt x="5144" y="724"/>
                    </a:lnTo>
                    <a:lnTo>
                      <a:pt x="5144" y="724"/>
                    </a:lnTo>
                    <a:lnTo>
                      <a:pt x="5114" y="724"/>
                    </a:lnTo>
                    <a:lnTo>
                      <a:pt x="5114" y="724"/>
                    </a:lnTo>
                    <a:lnTo>
                      <a:pt x="5114" y="724"/>
                    </a:lnTo>
                    <a:lnTo>
                      <a:pt x="5114" y="724"/>
                    </a:lnTo>
                    <a:lnTo>
                      <a:pt x="5114" y="724"/>
                    </a:lnTo>
                    <a:lnTo>
                      <a:pt x="5114" y="724"/>
                    </a:lnTo>
                    <a:lnTo>
                      <a:pt x="5083" y="739"/>
                    </a:lnTo>
                    <a:lnTo>
                      <a:pt x="5958" y="2625"/>
                    </a:lnTo>
                    <a:lnTo>
                      <a:pt x="6124" y="2549"/>
                    </a:lnTo>
                    <a:lnTo>
                      <a:pt x="5295" y="649"/>
                    </a:lnTo>
                    <a:close/>
                    <a:moveTo>
                      <a:pt x="4721" y="951"/>
                    </a:moveTo>
                    <a:lnTo>
                      <a:pt x="4691" y="981"/>
                    </a:lnTo>
                    <a:lnTo>
                      <a:pt x="4691" y="981"/>
                    </a:lnTo>
                    <a:lnTo>
                      <a:pt x="4691" y="981"/>
                    </a:lnTo>
                    <a:lnTo>
                      <a:pt x="4691" y="981"/>
                    </a:lnTo>
                    <a:lnTo>
                      <a:pt x="4525" y="1056"/>
                    </a:lnTo>
                    <a:lnTo>
                      <a:pt x="5521" y="2881"/>
                    </a:lnTo>
                    <a:lnTo>
                      <a:pt x="5687" y="2791"/>
                    </a:lnTo>
                    <a:lnTo>
                      <a:pt x="4737" y="951"/>
                    </a:lnTo>
                    <a:close/>
                    <a:moveTo>
                      <a:pt x="4209" y="1237"/>
                    </a:moveTo>
                    <a:lnTo>
                      <a:pt x="4194" y="1237"/>
                    </a:lnTo>
                    <a:lnTo>
                      <a:pt x="4194" y="1237"/>
                    </a:lnTo>
                    <a:lnTo>
                      <a:pt x="4148" y="1237"/>
                    </a:lnTo>
                    <a:lnTo>
                      <a:pt x="4148" y="1237"/>
                    </a:lnTo>
                    <a:lnTo>
                      <a:pt x="4148" y="1237"/>
                    </a:lnTo>
                    <a:lnTo>
                      <a:pt x="4148" y="1237"/>
                    </a:lnTo>
                    <a:lnTo>
                      <a:pt x="4148" y="1237"/>
                    </a:lnTo>
                    <a:lnTo>
                      <a:pt x="4148" y="1237"/>
                    </a:lnTo>
                    <a:lnTo>
                      <a:pt x="4148" y="1237"/>
                    </a:lnTo>
                    <a:lnTo>
                      <a:pt x="4148" y="1237"/>
                    </a:lnTo>
                    <a:lnTo>
                      <a:pt x="4148" y="1237"/>
                    </a:lnTo>
                    <a:lnTo>
                      <a:pt x="4148" y="1237"/>
                    </a:lnTo>
                    <a:lnTo>
                      <a:pt x="4148" y="1237"/>
                    </a:lnTo>
                    <a:lnTo>
                      <a:pt x="4148" y="1237"/>
                    </a:lnTo>
                    <a:lnTo>
                      <a:pt x="4148" y="1237"/>
                    </a:lnTo>
                    <a:lnTo>
                      <a:pt x="4148" y="1237"/>
                    </a:lnTo>
                    <a:lnTo>
                      <a:pt x="4148" y="1237"/>
                    </a:lnTo>
                    <a:lnTo>
                      <a:pt x="4148" y="1237"/>
                    </a:lnTo>
                    <a:lnTo>
                      <a:pt x="4148" y="1237"/>
                    </a:lnTo>
                    <a:lnTo>
                      <a:pt x="4148" y="1237"/>
                    </a:lnTo>
                    <a:lnTo>
                      <a:pt x="4148" y="1237"/>
                    </a:lnTo>
                    <a:lnTo>
                      <a:pt x="4103" y="1267"/>
                    </a:lnTo>
                    <a:lnTo>
                      <a:pt x="4103" y="1267"/>
                    </a:lnTo>
                    <a:lnTo>
                      <a:pt x="4073" y="1282"/>
                    </a:lnTo>
                    <a:lnTo>
                      <a:pt x="5189" y="3032"/>
                    </a:lnTo>
                    <a:lnTo>
                      <a:pt x="5340" y="2942"/>
                    </a:lnTo>
                    <a:lnTo>
                      <a:pt x="4269" y="1162"/>
                    </a:lnTo>
                    <a:close/>
                    <a:moveTo>
                      <a:pt x="3726" y="1569"/>
                    </a:moveTo>
                    <a:lnTo>
                      <a:pt x="3605" y="1644"/>
                    </a:lnTo>
                    <a:lnTo>
                      <a:pt x="3605" y="1644"/>
                    </a:lnTo>
                    <a:lnTo>
                      <a:pt x="3605" y="1644"/>
                    </a:lnTo>
                    <a:lnTo>
                      <a:pt x="3605" y="1644"/>
                    </a:lnTo>
                    <a:lnTo>
                      <a:pt x="3605" y="1644"/>
                    </a:lnTo>
                    <a:lnTo>
                      <a:pt x="3605" y="1644"/>
                    </a:lnTo>
                    <a:lnTo>
                      <a:pt x="3605" y="1644"/>
                    </a:lnTo>
                    <a:lnTo>
                      <a:pt x="3605" y="1644"/>
                    </a:lnTo>
                    <a:lnTo>
                      <a:pt x="3605" y="1644"/>
                    </a:lnTo>
                    <a:lnTo>
                      <a:pt x="3605" y="1644"/>
                    </a:lnTo>
                    <a:lnTo>
                      <a:pt x="3605" y="1644"/>
                    </a:lnTo>
                    <a:lnTo>
                      <a:pt x="3605" y="1644"/>
                    </a:lnTo>
                    <a:lnTo>
                      <a:pt x="3590" y="1644"/>
                    </a:lnTo>
                    <a:lnTo>
                      <a:pt x="3590" y="1644"/>
                    </a:lnTo>
                    <a:lnTo>
                      <a:pt x="3590" y="1644"/>
                    </a:lnTo>
                    <a:lnTo>
                      <a:pt x="3590" y="1644"/>
                    </a:lnTo>
                    <a:lnTo>
                      <a:pt x="3590" y="1644"/>
                    </a:lnTo>
                    <a:lnTo>
                      <a:pt x="3590" y="1644"/>
                    </a:lnTo>
                    <a:lnTo>
                      <a:pt x="3590" y="1644"/>
                    </a:lnTo>
                    <a:lnTo>
                      <a:pt x="3590" y="1644"/>
                    </a:lnTo>
                    <a:lnTo>
                      <a:pt x="3590" y="1644"/>
                    </a:lnTo>
                    <a:lnTo>
                      <a:pt x="3590" y="1644"/>
                    </a:lnTo>
                    <a:lnTo>
                      <a:pt x="3590" y="1644"/>
                    </a:lnTo>
                    <a:lnTo>
                      <a:pt x="4827" y="3304"/>
                    </a:lnTo>
                    <a:lnTo>
                      <a:pt x="4978" y="3213"/>
                    </a:lnTo>
                    <a:lnTo>
                      <a:pt x="3786" y="1509"/>
                    </a:lnTo>
                    <a:close/>
                    <a:moveTo>
                      <a:pt x="3243" y="1916"/>
                    </a:moveTo>
                    <a:lnTo>
                      <a:pt x="3153" y="1991"/>
                    </a:lnTo>
                    <a:lnTo>
                      <a:pt x="3153" y="1991"/>
                    </a:lnTo>
                    <a:lnTo>
                      <a:pt x="3153" y="1991"/>
                    </a:lnTo>
                    <a:lnTo>
                      <a:pt x="3153" y="1991"/>
                    </a:lnTo>
                    <a:lnTo>
                      <a:pt x="3153" y="1991"/>
                    </a:lnTo>
                    <a:lnTo>
                      <a:pt x="3138" y="1991"/>
                    </a:lnTo>
                    <a:lnTo>
                      <a:pt x="3138" y="1991"/>
                    </a:lnTo>
                    <a:lnTo>
                      <a:pt x="3138" y="1991"/>
                    </a:lnTo>
                    <a:lnTo>
                      <a:pt x="3138" y="1991"/>
                    </a:lnTo>
                    <a:lnTo>
                      <a:pt x="3138" y="1991"/>
                    </a:lnTo>
                    <a:lnTo>
                      <a:pt x="3138" y="1991"/>
                    </a:lnTo>
                    <a:lnTo>
                      <a:pt x="3092" y="1991"/>
                    </a:lnTo>
                    <a:lnTo>
                      <a:pt x="3092" y="1991"/>
                    </a:lnTo>
                    <a:lnTo>
                      <a:pt x="3092" y="1991"/>
                    </a:lnTo>
                    <a:lnTo>
                      <a:pt x="3092" y="1991"/>
                    </a:lnTo>
                    <a:lnTo>
                      <a:pt x="3092" y="1991"/>
                    </a:lnTo>
                    <a:lnTo>
                      <a:pt x="4435" y="3575"/>
                    </a:lnTo>
                    <a:cubicBezTo>
                      <a:pt x="4480" y="3530"/>
                      <a:pt x="4525" y="3500"/>
                      <a:pt x="4571" y="3454"/>
                    </a:cubicBezTo>
                    <a:lnTo>
                      <a:pt x="3273" y="1840"/>
                    </a:lnTo>
                    <a:close/>
                    <a:moveTo>
                      <a:pt x="2806" y="2293"/>
                    </a:moveTo>
                    <a:lnTo>
                      <a:pt x="2806" y="2293"/>
                    </a:lnTo>
                    <a:lnTo>
                      <a:pt x="2806" y="2293"/>
                    </a:lnTo>
                    <a:lnTo>
                      <a:pt x="2806" y="2293"/>
                    </a:lnTo>
                    <a:cubicBezTo>
                      <a:pt x="2745" y="2338"/>
                      <a:pt x="2700" y="2384"/>
                      <a:pt x="2640" y="2444"/>
                    </a:cubicBezTo>
                    <a:lnTo>
                      <a:pt x="4088" y="3937"/>
                    </a:lnTo>
                    <a:cubicBezTo>
                      <a:pt x="4133" y="3892"/>
                      <a:pt x="4178" y="3847"/>
                      <a:pt x="4224" y="3816"/>
                    </a:cubicBezTo>
                    <a:lnTo>
                      <a:pt x="2806" y="2278"/>
                    </a:lnTo>
                    <a:close/>
                    <a:moveTo>
                      <a:pt x="2383" y="2700"/>
                    </a:moveTo>
                    <a:cubicBezTo>
                      <a:pt x="2338" y="2761"/>
                      <a:pt x="2278" y="2806"/>
                      <a:pt x="2233" y="2866"/>
                    </a:cubicBezTo>
                    <a:lnTo>
                      <a:pt x="3771" y="4254"/>
                    </a:lnTo>
                    <a:lnTo>
                      <a:pt x="3892" y="4133"/>
                    </a:lnTo>
                    <a:lnTo>
                      <a:pt x="2383" y="2700"/>
                    </a:lnTo>
                    <a:close/>
                    <a:moveTo>
                      <a:pt x="1991" y="3138"/>
                    </a:moveTo>
                    <a:lnTo>
                      <a:pt x="1946" y="3213"/>
                    </a:lnTo>
                    <a:lnTo>
                      <a:pt x="1946" y="3213"/>
                    </a:lnTo>
                    <a:lnTo>
                      <a:pt x="1946" y="3213"/>
                    </a:lnTo>
                    <a:lnTo>
                      <a:pt x="1946" y="3213"/>
                    </a:lnTo>
                    <a:lnTo>
                      <a:pt x="1946" y="3213"/>
                    </a:lnTo>
                    <a:lnTo>
                      <a:pt x="1946" y="3213"/>
                    </a:lnTo>
                    <a:lnTo>
                      <a:pt x="1946" y="3213"/>
                    </a:lnTo>
                    <a:lnTo>
                      <a:pt x="1946" y="3213"/>
                    </a:lnTo>
                    <a:lnTo>
                      <a:pt x="1946" y="3213"/>
                    </a:lnTo>
                    <a:lnTo>
                      <a:pt x="1946" y="3213"/>
                    </a:lnTo>
                    <a:lnTo>
                      <a:pt x="1946" y="3213"/>
                    </a:lnTo>
                    <a:lnTo>
                      <a:pt x="1946" y="3213"/>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3560" y="4510"/>
                    </a:lnTo>
                    <a:lnTo>
                      <a:pt x="3666" y="4375"/>
                    </a:lnTo>
                    <a:lnTo>
                      <a:pt x="2067" y="3047"/>
                    </a:lnTo>
                    <a:close/>
                    <a:moveTo>
                      <a:pt x="1629" y="3605"/>
                    </a:moveTo>
                    <a:lnTo>
                      <a:pt x="1614" y="3620"/>
                    </a:lnTo>
                    <a:lnTo>
                      <a:pt x="1614" y="3620"/>
                    </a:lnTo>
                    <a:lnTo>
                      <a:pt x="1614" y="3620"/>
                    </a:lnTo>
                    <a:lnTo>
                      <a:pt x="1614" y="3620"/>
                    </a:lnTo>
                    <a:lnTo>
                      <a:pt x="1614" y="3620"/>
                    </a:lnTo>
                    <a:lnTo>
                      <a:pt x="1614" y="3620"/>
                    </a:lnTo>
                    <a:lnTo>
                      <a:pt x="1614" y="3620"/>
                    </a:lnTo>
                    <a:lnTo>
                      <a:pt x="1614" y="3620"/>
                    </a:lnTo>
                    <a:lnTo>
                      <a:pt x="1614" y="3620"/>
                    </a:lnTo>
                    <a:lnTo>
                      <a:pt x="1614" y="3620"/>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584" y="3696"/>
                    </a:lnTo>
                    <a:lnTo>
                      <a:pt x="3288" y="4872"/>
                    </a:lnTo>
                    <a:lnTo>
                      <a:pt x="3394" y="4722"/>
                    </a:lnTo>
                    <a:lnTo>
                      <a:pt x="1705" y="3515"/>
                    </a:lnTo>
                    <a:close/>
                    <a:moveTo>
                      <a:pt x="1312" y="4088"/>
                    </a:moveTo>
                    <a:cubicBezTo>
                      <a:pt x="1267" y="4148"/>
                      <a:pt x="1222" y="4224"/>
                      <a:pt x="1192" y="4284"/>
                    </a:cubicBezTo>
                    <a:lnTo>
                      <a:pt x="2972" y="5325"/>
                    </a:lnTo>
                    <a:lnTo>
                      <a:pt x="3077" y="5174"/>
                    </a:lnTo>
                    <a:lnTo>
                      <a:pt x="1312" y="4088"/>
                    </a:lnTo>
                    <a:close/>
                    <a:moveTo>
                      <a:pt x="1011" y="4601"/>
                    </a:moveTo>
                    <a:lnTo>
                      <a:pt x="905" y="4797"/>
                    </a:lnTo>
                    <a:lnTo>
                      <a:pt x="2761" y="5732"/>
                    </a:lnTo>
                    <a:cubicBezTo>
                      <a:pt x="2791" y="5672"/>
                      <a:pt x="2821" y="5627"/>
                      <a:pt x="2851" y="5581"/>
                    </a:cubicBezTo>
                    <a:close/>
                    <a:moveTo>
                      <a:pt x="754" y="5129"/>
                    </a:moveTo>
                    <a:cubicBezTo>
                      <a:pt x="739" y="5159"/>
                      <a:pt x="724" y="5189"/>
                      <a:pt x="709" y="5219"/>
                    </a:cubicBezTo>
                    <a:lnTo>
                      <a:pt x="709" y="5219"/>
                    </a:lnTo>
                    <a:lnTo>
                      <a:pt x="709" y="5234"/>
                    </a:lnTo>
                    <a:lnTo>
                      <a:pt x="709" y="5234"/>
                    </a:lnTo>
                    <a:lnTo>
                      <a:pt x="709" y="5234"/>
                    </a:lnTo>
                    <a:lnTo>
                      <a:pt x="709" y="5234"/>
                    </a:lnTo>
                    <a:lnTo>
                      <a:pt x="709" y="5234"/>
                    </a:lnTo>
                    <a:lnTo>
                      <a:pt x="709" y="5234"/>
                    </a:lnTo>
                    <a:lnTo>
                      <a:pt x="709" y="5234"/>
                    </a:lnTo>
                    <a:lnTo>
                      <a:pt x="709" y="5234"/>
                    </a:lnTo>
                    <a:lnTo>
                      <a:pt x="709" y="5234"/>
                    </a:lnTo>
                    <a:lnTo>
                      <a:pt x="709" y="5234"/>
                    </a:lnTo>
                    <a:lnTo>
                      <a:pt x="709" y="5234"/>
                    </a:lnTo>
                    <a:lnTo>
                      <a:pt x="709" y="5234"/>
                    </a:lnTo>
                    <a:lnTo>
                      <a:pt x="709" y="5265"/>
                    </a:lnTo>
                    <a:lnTo>
                      <a:pt x="709" y="5265"/>
                    </a:lnTo>
                    <a:lnTo>
                      <a:pt x="709" y="5265"/>
                    </a:lnTo>
                    <a:lnTo>
                      <a:pt x="709" y="5265"/>
                    </a:lnTo>
                    <a:lnTo>
                      <a:pt x="709" y="5265"/>
                    </a:lnTo>
                    <a:lnTo>
                      <a:pt x="709" y="5265"/>
                    </a:lnTo>
                    <a:lnTo>
                      <a:pt x="709" y="5265"/>
                    </a:lnTo>
                    <a:lnTo>
                      <a:pt x="709" y="5265"/>
                    </a:lnTo>
                    <a:lnTo>
                      <a:pt x="709" y="5265"/>
                    </a:lnTo>
                    <a:lnTo>
                      <a:pt x="709" y="5265"/>
                    </a:lnTo>
                    <a:lnTo>
                      <a:pt x="709" y="5265"/>
                    </a:lnTo>
                    <a:lnTo>
                      <a:pt x="2625" y="6064"/>
                    </a:lnTo>
                    <a:cubicBezTo>
                      <a:pt x="2655" y="6004"/>
                      <a:pt x="2670" y="5958"/>
                      <a:pt x="2700" y="5898"/>
                    </a:cubicBezTo>
                    <a:lnTo>
                      <a:pt x="815" y="5053"/>
                    </a:lnTo>
                    <a:close/>
                    <a:moveTo>
                      <a:pt x="543" y="5672"/>
                    </a:moveTo>
                    <a:cubicBezTo>
                      <a:pt x="528" y="5687"/>
                      <a:pt x="528" y="5702"/>
                      <a:pt x="528" y="5702"/>
                    </a:cubicBezTo>
                    <a:lnTo>
                      <a:pt x="528" y="5702"/>
                    </a:lnTo>
                    <a:lnTo>
                      <a:pt x="528" y="5702"/>
                    </a:lnTo>
                    <a:lnTo>
                      <a:pt x="528" y="5702"/>
                    </a:lnTo>
                    <a:lnTo>
                      <a:pt x="528" y="5717"/>
                    </a:lnTo>
                    <a:lnTo>
                      <a:pt x="528" y="5717"/>
                    </a:lnTo>
                    <a:lnTo>
                      <a:pt x="528" y="5732"/>
                    </a:lnTo>
                    <a:lnTo>
                      <a:pt x="528" y="5732"/>
                    </a:lnTo>
                    <a:lnTo>
                      <a:pt x="528" y="5777"/>
                    </a:lnTo>
                    <a:lnTo>
                      <a:pt x="528" y="5777"/>
                    </a:lnTo>
                    <a:lnTo>
                      <a:pt x="528" y="5777"/>
                    </a:lnTo>
                    <a:lnTo>
                      <a:pt x="528" y="5777"/>
                    </a:lnTo>
                    <a:lnTo>
                      <a:pt x="528" y="5777"/>
                    </a:lnTo>
                    <a:lnTo>
                      <a:pt x="528" y="5777"/>
                    </a:lnTo>
                    <a:cubicBezTo>
                      <a:pt x="513" y="5808"/>
                      <a:pt x="498" y="5838"/>
                      <a:pt x="483" y="5883"/>
                    </a:cubicBezTo>
                    <a:lnTo>
                      <a:pt x="2444" y="6547"/>
                    </a:lnTo>
                    <a:cubicBezTo>
                      <a:pt x="2474" y="6486"/>
                      <a:pt x="2489" y="6426"/>
                      <a:pt x="2504" y="6381"/>
                    </a:cubicBezTo>
                    <a:lnTo>
                      <a:pt x="558" y="5657"/>
                    </a:lnTo>
                    <a:close/>
                    <a:moveTo>
                      <a:pt x="347" y="6230"/>
                    </a:moveTo>
                    <a:cubicBezTo>
                      <a:pt x="347" y="6245"/>
                      <a:pt x="332" y="6260"/>
                      <a:pt x="332" y="6275"/>
                    </a:cubicBezTo>
                    <a:lnTo>
                      <a:pt x="332" y="6275"/>
                    </a:lnTo>
                    <a:lnTo>
                      <a:pt x="332" y="6275"/>
                    </a:lnTo>
                    <a:lnTo>
                      <a:pt x="332" y="6275"/>
                    </a:lnTo>
                    <a:lnTo>
                      <a:pt x="332" y="6275"/>
                    </a:lnTo>
                    <a:lnTo>
                      <a:pt x="332" y="6275"/>
                    </a:lnTo>
                    <a:lnTo>
                      <a:pt x="332" y="6275"/>
                    </a:lnTo>
                    <a:lnTo>
                      <a:pt x="332" y="6275"/>
                    </a:lnTo>
                    <a:lnTo>
                      <a:pt x="332" y="6275"/>
                    </a:lnTo>
                    <a:lnTo>
                      <a:pt x="332" y="6275"/>
                    </a:lnTo>
                    <a:lnTo>
                      <a:pt x="302" y="6426"/>
                    </a:lnTo>
                    <a:lnTo>
                      <a:pt x="2293" y="6954"/>
                    </a:lnTo>
                    <a:cubicBezTo>
                      <a:pt x="2308" y="6894"/>
                      <a:pt x="2338" y="6848"/>
                      <a:pt x="2353" y="6788"/>
                    </a:cubicBezTo>
                    <a:lnTo>
                      <a:pt x="362" y="6200"/>
                    </a:lnTo>
                    <a:close/>
                    <a:moveTo>
                      <a:pt x="196" y="6803"/>
                    </a:moveTo>
                    <a:cubicBezTo>
                      <a:pt x="196" y="6848"/>
                      <a:pt x="181" y="6894"/>
                      <a:pt x="166" y="6954"/>
                    </a:cubicBezTo>
                    <a:lnTo>
                      <a:pt x="166" y="6954"/>
                    </a:lnTo>
                    <a:lnTo>
                      <a:pt x="166" y="6954"/>
                    </a:lnTo>
                    <a:lnTo>
                      <a:pt x="166" y="6954"/>
                    </a:lnTo>
                    <a:lnTo>
                      <a:pt x="166" y="6954"/>
                    </a:lnTo>
                    <a:lnTo>
                      <a:pt x="166" y="6954"/>
                    </a:lnTo>
                    <a:lnTo>
                      <a:pt x="166" y="6954"/>
                    </a:lnTo>
                    <a:lnTo>
                      <a:pt x="166" y="6954"/>
                    </a:lnTo>
                    <a:cubicBezTo>
                      <a:pt x="166" y="6969"/>
                      <a:pt x="166" y="6984"/>
                      <a:pt x="166" y="6999"/>
                    </a:cubicBezTo>
                    <a:lnTo>
                      <a:pt x="2202" y="7391"/>
                    </a:lnTo>
                    <a:cubicBezTo>
                      <a:pt x="2218" y="7346"/>
                      <a:pt x="2233" y="7286"/>
                      <a:pt x="2248" y="7225"/>
                    </a:cubicBezTo>
                    <a:lnTo>
                      <a:pt x="211" y="6773"/>
                    </a:lnTo>
                    <a:close/>
                    <a:moveTo>
                      <a:pt x="91" y="7376"/>
                    </a:moveTo>
                    <a:cubicBezTo>
                      <a:pt x="91" y="7391"/>
                      <a:pt x="91" y="7422"/>
                      <a:pt x="91" y="7437"/>
                    </a:cubicBezTo>
                    <a:lnTo>
                      <a:pt x="91" y="7437"/>
                    </a:lnTo>
                    <a:lnTo>
                      <a:pt x="91" y="7437"/>
                    </a:lnTo>
                    <a:lnTo>
                      <a:pt x="91" y="7437"/>
                    </a:lnTo>
                    <a:lnTo>
                      <a:pt x="91" y="7437"/>
                    </a:lnTo>
                    <a:lnTo>
                      <a:pt x="91" y="7437"/>
                    </a:lnTo>
                    <a:lnTo>
                      <a:pt x="91" y="7437"/>
                    </a:lnTo>
                    <a:lnTo>
                      <a:pt x="91" y="7437"/>
                    </a:lnTo>
                    <a:lnTo>
                      <a:pt x="91" y="7437"/>
                    </a:lnTo>
                    <a:lnTo>
                      <a:pt x="91" y="7437"/>
                    </a:lnTo>
                    <a:cubicBezTo>
                      <a:pt x="91" y="7482"/>
                      <a:pt x="76" y="7527"/>
                      <a:pt x="61" y="7587"/>
                    </a:cubicBezTo>
                    <a:lnTo>
                      <a:pt x="2127" y="7829"/>
                    </a:lnTo>
                    <a:lnTo>
                      <a:pt x="2142" y="7663"/>
                    </a:lnTo>
                    <a:lnTo>
                      <a:pt x="106" y="7346"/>
                    </a:lnTo>
                    <a:close/>
                    <a:moveTo>
                      <a:pt x="30" y="7965"/>
                    </a:moveTo>
                    <a:cubicBezTo>
                      <a:pt x="30" y="8010"/>
                      <a:pt x="30" y="8070"/>
                      <a:pt x="15" y="8115"/>
                    </a:cubicBezTo>
                    <a:lnTo>
                      <a:pt x="15" y="8115"/>
                    </a:lnTo>
                    <a:lnTo>
                      <a:pt x="15" y="8115"/>
                    </a:lnTo>
                    <a:lnTo>
                      <a:pt x="15" y="8115"/>
                    </a:lnTo>
                    <a:lnTo>
                      <a:pt x="15" y="8115"/>
                    </a:lnTo>
                    <a:lnTo>
                      <a:pt x="15" y="8115"/>
                    </a:lnTo>
                    <a:lnTo>
                      <a:pt x="15" y="8115"/>
                    </a:lnTo>
                    <a:lnTo>
                      <a:pt x="15" y="8115"/>
                    </a:lnTo>
                    <a:lnTo>
                      <a:pt x="15" y="8115"/>
                    </a:lnTo>
                    <a:lnTo>
                      <a:pt x="15" y="8115"/>
                    </a:lnTo>
                    <a:lnTo>
                      <a:pt x="15" y="8115"/>
                    </a:lnTo>
                    <a:lnTo>
                      <a:pt x="15" y="8115"/>
                    </a:lnTo>
                    <a:cubicBezTo>
                      <a:pt x="15" y="8130"/>
                      <a:pt x="15" y="8146"/>
                      <a:pt x="15" y="8161"/>
                    </a:cubicBezTo>
                    <a:lnTo>
                      <a:pt x="2097" y="8266"/>
                    </a:lnTo>
                    <a:cubicBezTo>
                      <a:pt x="2097" y="8206"/>
                      <a:pt x="2097" y="8146"/>
                      <a:pt x="2097" y="8100"/>
                    </a:cubicBezTo>
                    <a:lnTo>
                      <a:pt x="30" y="7919"/>
                    </a:lnTo>
                    <a:close/>
                    <a:moveTo>
                      <a:pt x="0" y="8553"/>
                    </a:moveTo>
                    <a:lnTo>
                      <a:pt x="0" y="8553"/>
                    </a:lnTo>
                    <a:lnTo>
                      <a:pt x="0" y="8553"/>
                    </a:lnTo>
                    <a:lnTo>
                      <a:pt x="0" y="8553"/>
                    </a:lnTo>
                    <a:lnTo>
                      <a:pt x="0" y="8553"/>
                    </a:lnTo>
                    <a:lnTo>
                      <a:pt x="0" y="8553"/>
                    </a:lnTo>
                    <a:lnTo>
                      <a:pt x="0" y="8553"/>
                    </a:lnTo>
                    <a:lnTo>
                      <a:pt x="0" y="8553"/>
                    </a:lnTo>
                    <a:lnTo>
                      <a:pt x="0" y="8553"/>
                    </a:lnTo>
                    <a:lnTo>
                      <a:pt x="0" y="8553"/>
                    </a:lnTo>
                    <a:lnTo>
                      <a:pt x="0" y="8553"/>
                    </a:lnTo>
                    <a:lnTo>
                      <a:pt x="0" y="8553"/>
                    </a:lnTo>
                    <a:lnTo>
                      <a:pt x="0" y="8553"/>
                    </a:lnTo>
                    <a:lnTo>
                      <a:pt x="0" y="8553"/>
                    </a:lnTo>
                    <a:lnTo>
                      <a:pt x="0" y="8553"/>
                    </a:lnTo>
                    <a:lnTo>
                      <a:pt x="0" y="8553"/>
                    </a:lnTo>
                    <a:lnTo>
                      <a:pt x="0" y="8553"/>
                    </a:lnTo>
                    <a:lnTo>
                      <a:pt x="0" y="8553"/>
                    </a:lnTo>
                    <a:lnTo>
                      <a:pt x="0" y="8553"/>
                    </a:lnTo>
                    <a:lnTo>
                      <a:pt x="0" y="8568"/>
                    </a:lnTo>
                    <a:lnTo>
                      <a:pt x="0" y="8568"/>
                    </a:lnTo>
                    <a:lnTo>
                      <a:pt x="0" y="8568"/>
                    </a:lnTo>
                    <a:lnTo>
                      <a:pt x="0" y="8568"/>
                    </a:lnTo>
                    <a:lnTo>
                      <a:pt x="0" y="8583"/>
                    </a:lnTo>
                    <a:lnTo>
                      <a:pt x="0" y="8583"/>
                    </a:lnTo>
                    <a:lnTo>
                      <a:pt x="0" y="8583"/>
                    </a:lnTo>
                    <a:lnTo>
                      <a:pt x="0" y="8583"/>
                    </a:lnTo>
                    <a:lnTo>
                      <a:pt x="0" y="8598"/>
                    </a:lnTo>
                    <a:lnTo>
                      <a:pt x="0" y="8598"/>
                    </a:lnTo>
                    <a:lnTo>
                      <a:pt x="0" y="8598"/>
                    </a:lnTo>
                    <a:lnTo>
                      <a:pt x="0" y="8598"/>
                    </a:lnTo>
                    <a:lnTo>
                      <a:pt x="0" y="8598"/>
                    </a:lnTo>
                    <a:lnTo>
                      <a:pt x="0" y="8598"/>
                    </a:lnTo>
                    <a:lnTo>
                      <a:pt x="0" y="8598"/>
                    </a:lnTo>
                    <a:lnTo>
                      <a:pt x="0" y="8598"/>
                    </a:lnTo>
                    <a:lnTo>
                      <a:pt x="0" y="8613"/>
                    </a:lnTo>
                    <a:lnTo>
                      <a:pt x="0" y="8613"/>
                    </a:lnTo>
                    <a:lnTo>
                      <a:pt x="0" y="8613"/>
                    </a:lnTo>
                    <a:lnTo>
                      <a:pt x="0" y="8613"/>
                    </a:lnTo>
                    <a:lnTo>
                      <a:pt x="0" y="8658"/>
                    </a:lnTo>
                    <a:lnTo>
                      <a:pt x="0" y="8658"/>
                    </a:lnTo>
                    <a:lnTo>
                      <a:pt x="0" y="8674"/>
                    </a:lnTo>
                    <a:lnTo>
                      <a:pt x="0" y="8674"/>
                    </a:lnTo>
                    <a:lnTo>
                      <a:pt x="0" y="8674"/>
                    </a:lnTo>
                    <a:lnTo>
                      <a:pt x="2067" y="8658"/>
                    </a:lnTo>
                    <a:lnTo>
                      <a:pt x="2067" y="8583"/>
                    </a:lnTo>
                    <a:lnTo>
                      <a:pt x="2067" y="8477"/>
                    </a:lnTo>
                    <a:lnTo>
                      <a:pt x="0" y="8447"/>
                    </a:lnTo>
                    <a:close/>
                    <a:moveTo>
                      <a:pt x="2067" y="9036"/>
                    </a:moveTo>
                    <a:lnTo>
                      <a:pt x="0" y="9141"/>
                    </a:lnTo>
                    <a:cubicBezTo>
                      <a:pt x="0" y="9141"/>
                      <a:pt x="0" y="9156"/>
                      <a:pt x="0" y="9171"/>
                    </a:cubicBezTo>
                    <a:lnTo>
                      <a:pt x="0" y="9171"/>
                    </a:lnTo>
                    <a:lnTo>
                      <a:pt x="0" y="9171"/>
                    </a:lnTo>
                    <a:lnTo>
                      <a:pt x="0" y="9171"/>
                    </a:lnTo>
                    <a:lnTo>
                      <a:pt x="0" y="9171"/>
                    </a:lnTo>
                    <a:lnTo>
                      <a:pt x="0" y="9171"/>
                    </a:lnTo>
                    <a:lnTo>
                      <a:pt x="0" y="9171"/>
                    </a:lnTo>
                    <a:lnTo>
                      <a:pt x="0" y="9171"/>
                    </a:lnTo>
                    <a:lnTo>
                      <a:pt x="0" y="9171"/>
                    </a:lnTo>
                    <a:lnTo>
                      <a:pt x="0" y="9171"/>
                    </a:lnTo>
                    <a:lnTo>
                      <a:pt x="0" y="9171"/>
                    </a:lnTo>
                    <a:lnTo>
                      <a:pt x="0" y="9171"/>
                    </a:lnTo>
                    <a:lnTo>
                      <a:pt x="0" y="9247"/>
                    </a:lnTo>
                    <a:lnTo>
                      <a:pt x="0" y="9247"/>
                    </a:lnTo>
                    <a:lnTo>
                      <a:pt x="0" y="9262"/>
                    </a:lnTo>
                    <a:lnTo>
                      <a:pt x="0" y="9322"/>
                    </a:lnTo>
                    <a:lnTo>
                      <a:pt x="2067" y="9156"/>
                    </a:lnTo>
                    <a:cubicBezTo>
                      <a:pt x="2067" y="9111"/>
                      <a:pt x="2067" y="9051"/>
                      <a:pt x="2067" y="8990"/>
                    </a:cubicBezTo>
                    <a:close/>
                    <a:moveTo>
                      <a:pt x="2112" y="9473"/>
                    </a:moveTo>
                    <a:lnTo>
                      <a:pt x="45" y="9714"/>
                    </a:lnTo>
                    <a:lnTo>
                      <a:pt x="45" y="9760"/>
                    </a:lnTo>
                    <a:lnTo>
                      <a:pt x="45" y="9760"/>
                    </a:lnTo>
                    <a:lnTo>
                      <a:pt x="45" y="9760"/>
                    </a:lnTo>
                    <a:lnTo>
                      <a:pt x="45" y="9760"/>
                    </a:lnTo>
                    <a:lnTo>
                      <a:pt x="45" y="9760"/>
                    </a:lnTo>
                    <a:lnTo>
                      <a:pt x="45" y="9760"/>
                    </a:lnTo>
                    <a:lnTo>
                      <a:pt x="45" y="9760"/>
                    </a:lnTo>
                    <a:lnTo>
                      <a:pt x="45" y="9760"/>
                    </a:lnTo>
                    <a:lnTo>
                      <a:pt x="45" y="9760"/>
                    </a:lnTo>
                    <a:lnTo>
                      <a:pt x="45" y="9760"/>
                    </a:lnTo>
                    <a:lnTo>
                      <a:pt x="45" y="9760"/>
                    </a:lnTo>
                    <a:lnTo>
                      <a:pt x="45" y="9760"/>
                    </a:lnTo>
                    <a:lnTo>
                      <a:pt x="45" y="9760"/>
                    </a:lnTo>
                    <a:lnTo>
                      <a:pt x="45" y="9760"/>
                    </a:lnTo>
                    <a:lnTo>
                      <a:pt x="45" y="9760"/>
                    </a:lnTo>
                    <a:lnTo>
                      <a:pt x="45" y="9760"/>
                    </a:lnTo>
                    <a:cubicBezTo>
                      <a:pt x="45" y="9805"/>
                      <a:pt x="61" y="9850"/>
                      <a:pt x="76" y="9895"/>
                    </a:cubicBezTo>
                    <a:lnTo>
                      <a:pt x="2127" y="9594"/>
                    </a:lnTo>
                    <a:lnTo>
                      <a:pt x="2097" y="9428"/>
                    </a:lnTo>
                    <a:close/>
                    <a:moveTo>
                      <a:pt x="2172" y="9910"/>
                    </a:moveTo>
                    <a:lnTo>
                      <a:pt x="136" y="10287"/>
                    </a:lnTo>
                    <a:lnTo>
                      <a:pt x="136" y="10287"/>
                    </a:lnTo>
                    <a:lnTo>
                      <a:pt x="136" y="10287"/>
                    </a:lnTo>
                    <a:lnTo>
                      <a:pt x="136" y="10303"/>
                    </a:lnTo>
                    <a:lnTo>
                      <a:pt x="136" y="10303"/>
                    </a:lnTo>
                    <a:lnTo>
                      <a:pt x="136" y="10303"/>
                    </a:lnTo>
                    <a:lnTo>
                      <a:pt x="136" y="10303"/>
                    </a:lnTo>
                    <a:lnTo>
                      <a:pt x="136" y="10303"/>
                    </a:lnTo>
                    <a:lnTo>
                      <a:pt x="136" y="10303"/>
                    </a:lnTo>
                    <a:cubicBezTo>
                      <a:pt x="151" y="10378"/>
                      <a:pt x="166" y="10438"/>
                      <a:pt x="181" y="10499"/>
                    </a:cubicBezTo>
                    <a:lnTo>
                      <a:pt x="2202" y="10061"/>
                    </a:lnTo>
                    <a:lnTo>
                      <a:pt x="2172" y="9880"/>
                    </a:lnTo>
                    <a:close/>
                    <a:moveTo>
                      <a:pt x="2278" y="10348"/>
                    </a:moveTo>
                    <a:lnTo>
                      <a:pt x="272" y="10876"/>
                    </a:lnTo>
                    <a:lnTo>
                      <a:pt x="272" y="10876"/>
                    </a:lnTo>
                    <a:lnTo>
                      <a:pt x="272" y="10876"/>
                    </a:lnTo>
                    <a:lnTo>
                      <a:pt x="272" y="10876"/>
                    </a:lnTo>
                    <a:lnTo>
                      <a:pt x="272" y="10876"/>
                    </a:lnTo>
                    <a:lnTo>
                      <a:pt x="272" y="10876"/>
                    </a:lnTo>
                    <a:lnTo>
                      <a:pt x="272" y="10876"/>
                    </a:lnTo>
                    <a:lnTo>
                      <a:pt x="272" y="10876"/>
                    </a:lnTo>
                    <a:lnTo>
                      <a:pt x="272" y="10876"/>
                    </a:lnTo>
                    <a:lnTo>
                      <a:pt x="272" y="10876"/>
                    </a:lnTo>
                    <a:lnTo>
                      <a:pt x="272" y="10876"/>
                    </a:lnTo>
                    <a:lnTo>
                      <a:pt x="287" y="10921"/>
                    </a:lnTo>
                    <a:lnTo>
                      <a:pt x="287" y="10921"/>
                    </a:lnTo>
                    <a:lnTo>
                      <a:pt x="287" y="10936"/>
                    </a:lnTo>
                    <a:lnTo>
                      <a:pt x="287" y="10936"/>
                    </a:lnTo>
                    <a:lnTo>
                      <a:pt x="287" y="10936"/>
                    </a:lnTo>
                    <a:lnTo>
                      <a:pt x="287" y="10936"/>
                    </a:lnTo>
                    <a:lnTo>
                      <a:pt x="287" y="10936"/>
                    </a:lnTo>
                    <a:lnTo>
                      <a:pt x="287" y="10936"/>
                    </a:lnTo>
                    <a:lnTo>
                      <a:pt x="287" y="10936"/>
                    </a:lnTo>
                    <a:lnTo>
                      <a:pt x="287" y="10936"/>
                    </a:lnTo>
                    <a:lnTo>
                      <a:pt x="287" y="10936"/>
                    </a:lnTo>
                    <a:lnTo>
                      <a:pt x="287" y="10936"/>
                    </a:lnTo>
                    <a:lnTo>
                      <a:pt x="287" y="10936"/>
                    </a:lnTo>
                    <a:lnTo>
                      <a:pt x="287" y="10936"/>
                    </a:lnTo>
                    <a:cubicBezTo>
                      <a:pt x="287" y="10966"/>
                      <a:pt x="302" y="10996"/>
                      <a:pt x="302" y="11027"/>
                    </a:cubicBezTo>
                    <a:lnTo>
                      <a:pt x="2338" y="10529"/>
                    </a:lnTo>
                    <a:cubicBezTo>
                      <a:pt x="2323" y="10469"/>
                      <a:pt x="2308" y="10408"/>
                      <a:pt x="2293" y="10348"/>
                    </a:cubicBezTo>
                    <a:close/>
                    <a:moveTo>
                      <a:pt x="2399" y="10785"/>
                    </a:moveTo>
                    <a:lnTo>
                      <a:pt x="453" y="11434"/>
                    </a:lnTo>
                    <a:lnTo>
                      <a:pt x="453" y="11449"/>
                    </a:lnTo>
                    <a:lnTo>
                      <a:pt x="453" y="11449"/>
                    </a:lnTo>
                    <a:lnTo>
                      <a:pt x="453" y="11449"/>
                    </a:lnTo>
                    <a:lnTo>
                      <a:pt x="453" y="11449"/>
                    </a:lnTo>
                    <a:lnTo>
                      <a:pt x="453" y="11449"/>
                    </a:lnTo>
                    <a:lnTo>
                      <a:pt x="453" y="11449"/>
                    </a:lnTo>
                    <a:lnTo>
                      <a:pt x="453" y="11449"/>
                    </a:lnTo>
                    <a:lnTo>
                      <a:pt x="453" y="11449"/>
                    </a:lnTo>
                    <a:lnTo>
                      <a:pt x="483" y="11524"/>
                    </a:lnTo>
                    <a:lnTo>
                      <a:pt x="483" y="11524"/>
                    </a:lnTo>
                    <a:lnTo>
                      <a:pt x="483" y="11524"/>
                    </a:lnTo>
                    <a:lnTo>
                      <a:pt x="483" y="11524"/>
                    </a:lnTo>
                    <a:lnTo>
                      <a:pt x="483" y="11524"/>
                    </a:lnTo>
                    <a:lnTo>
                      <a:pt x="483" y="11524"/>
                    </a:lnTo>
                    <a:lnTo>
                      <a:pt x="483" y="11524"/>
                    </a:lnTo>
                    <a:lnTo>
                      <a:pt x="483" y="11524"/>
                    </a:lnTo>
                    <a:lnTo>
                      <a:pt x="483" y="11524"/>
                    </a:lnTo>
                    <a:lnTo>
                      <a:pt x="483" y="11524"/>
                    </a:lnTo>
                    <a:cubicBezTo>
                      <a:pt x="483" y="11539"/>
                      <a:pt x="498" y="11570"/>
                      <a:pt x="513" y="11600"/>
                    </a:cubicBezTo>
                    <a:lnTo>
                      <a:pt x="2459" y="10891"/>
                    </a:lnTo>
                    <a:cubicBezTo>
                      <a:pt x="2444" y="10831"/>
                      <a:pt x="2414" y="10785"/>
                      <a:pt x="2399" y="10725"/>
                    </a:cubicBezTo>
                    <a:close/>
                    <a:moveTo>
                      <a:pt x="2564" y="11193"/>
                    </a:moveTo>
                    <a:lnTo>
                      <a:pt x="649" y="11992"/>
                    </a:lnTo>
                    <a:lnTo>
                      <a:pt x="739" y="12203"/>
                    </a:lnTo>
                    <a:lnTo>
                      <a:pt x="2640" y="11358"/>
                    </a:lnTo>
                    <a:cubicBezTo>
                      <a:pt x="2610" y="11313"/>
                      <a:pt x="2595" y="11253"/>
                      <a:pt x="2564" y="11208"/>
                    </a:cubicBezTo>
                    <a:close/>
                    <a:moveTo>
                      <a:pt x="2745" y="11600"/>
                    </a:moveTo>
                    <a:lnTo>
                      <a:pt x="890" y="12520"/>
                    </a:lnTo>
                    <a:cubicBezTo>
                      <a:pt x="920" y="12580"/>
                      <a:pt x="935" y="12626"/>
                      <a:pt x="966" y="12686"/>
                    </a:cubicBezTo>
                    <a:lnTo>
                      <a:pt x="966" y="12686"/>
                    </a:lnTo>
                    <a:lnTo>
                      <a:pt x="966" y="12686"/>
                    </a:lnTo>
                    <a:lnTo>
                      <a:pt x="966" y="12686"/>
                    </a:lnTo>
                    <a:lnTo>
                      <a:pt x="966" y="12686"/>
                    </a:lnTo>
                    <a:lnTo>
                      <a:pt x="966" y="12686"/>
                    </a:lnTo>
                    <a:lnTo>
                      <a:pt x="966" y="12686"/>
                    </a:lnTo>
                    <a:lnTo>
                      <a:pt x="966" y="12686"/>
                    </a:lnTo>
                    <a:lnTo>
                      <a:pt x="981" y="12701"/>
                    </a:lnTo>
                    <a:lnTo>
                      <a:pt x="2821" y="11736"/>
                    </a:lnTo>
                    <a:lnTo>
                      <a:pt x="2730" y="11585"/>
                    </a:lnTo>
                    <a:close/>
                    <a:moveTo>
                      <a:pt x="2957" y="11992"/>
                    </a:moveTo>
                    <a:lnTo>
                      <a:pt x="1162" y="13033"/>
                    </a:lnTo>
                    <a:cubicBezTo>
                      <a:pt x="1207" y="13108"/>
                      <a:pt x="1237" y="13169"/>
                      <a:pt x="1282" y="13244"/>
                    </a:cubicBezTo>
                    <a:lnTo>
                      <a:pt x="3047" y="12143"/>
                    </a:lnTo>
                    <a:cubicBezTo>
                      <a:pt x="3017" y="12098"/>
                      <a:pt x="2987" y="12052"/>
                      <a:pt x="2957" y="11992"/>
                    </a:cubicBezTo>
                    <a:close/>
                    <a:moveTo>
                      <a:pt x="3198" y="12369"/>
                    </a:moveTo>
                    <a:lnTo>
                      <a:pt x="1478" y="13531"/>
                    </a:lnTo>
                    <a:cubicBezTo>
                      <a:pt x="1524" y="13591"/>
                      <a:pt x="1554" y="13651"/>
                      <a:pt x="1599" y="13712"/>
                    </a:cubicBezTo>
                    <a:lnTo>
                      <a:pt x="1614" y="13727"/>
                    </a:lnTo>
                    <a:lnTo>
                      <a:pt x="3288" y="12520"/>
                    </a:lnTo>
                    <a:cubicBezTo>
                      <a:pt x="3258" y="12475"/>
                      <a:pt x="3228" y="12429"/>
                      <a:pt x="3198" y="12369"/>
                    </a:cubicBezTo>
                    <a:close/>
                    <a:moveTo>
                      <a:pt x="3469" y="12746"/>
                    </a:moveTo>
                    <a:lnTo>
                      <a:pt x="1840" y="14028"/>
                    </a:lnTo>
                    <a:cubicBezTo>
                      <a:pt x="1840" y="14028"/>
                      <a:pt x="1856" y="14043"/>
                      <a:pt x="1871" y="14058"/>
                    </a:cubicBezTo>
                    <a:lnTo>
                      <a:pt x="1871" y="14058"/>
                    </a:lnTo>
                    <a:lnTo>
                      <a:pt x="1871" y="14074"/>
                    </a:lnTo>
                    <a:lnTo>
                      <a:pt x="1871" y="14074"/>
                    </a:lnTo>
                    <a:lnTo>
                      <a:pt x="1871" y="14074"/>
                    </a:lnTo>
                    <a:lnTo>
                      <a:pt x="1871" y="14074"/>
                    </a:lnTo>
                    <a:lnTo>
                      <a:pt x="1871" y="14074"/>
                    </a:lnTo>
                    <a:lnTo>
                      <a:pt x="1871" y="14074"/>
                    </a:lnTo>
                    <a:lnTo>
                      <a:pt x="1871" y="14074"/>
                    </a:lnTo>
                    <a:lnTo>
                      <a:pt x="1871" y="14074"/>
                    </a:lnTo>
                    <a:lnTo>
                      <a:pt x="1871" y="14074"/>
                    </a:lnTo>
                    <a:lnTo>
                      <a:pt x="1871" y="14074"/>
                    </a:lnTo>
                    <a:lnTo>
                      <a:pt x="1871" y="14074"/>
                    </a:lnTo>
                    <a:lnTo>
                      <a:pt x="1946" y="14164"/>
                    </a:lnTo>
                    <a:lnTo>
                      <a:pt x="1946" y="14164"/>
                    </a:lnTo>
                    <a:lnTo>
                      <a:pt x="1946" y="14164"/>
                    </a:lnTo>
                    <a:lnTo>
                      <a:pt x="1946" y="14164"/>
                    </a:lnTo>
                    <a:lnTo>
                      <a:pt x="3545" y="12852"/>
                    </a:lnTo>
                    <a:close/>
                    <a:moveTo>
                      <a:pt x="3756" y="13093"/>
                    </a:moveTo>
                    <a:lnTo>
                      <a:pt x="2218" y="14466"/>
                    </a:lnTo>
                    <a:lnTo>
                      <a:pt x="2368" y="14647"/>
                    </a:lnTo>
                    <a:lnTo>
                      <a:pt x="3877" y="13214"/>
                    </a:lnTo>
                    <a:lnTo>
                      <a:pt x="3756" y="13093"/>
                    </a:lnTo>
                    <a:close/>
                    <a:moveTo>
                      <a:pt x="4073" y="13410"/>
                    </a:moveTo>
                    <a:lnTo>
                      <a:pt x="2610" y="14903"/>
                    </a:lnTo>
                    <a:lnTo>
                      <a:pt x="2610" y="14903"/>
                    </a:lnTo>
                    <a:lnTo>
                      <a:pt x="2610" y="14903"/>
                    </a:lnTo>
                    <a:lnTo>
                      <a:pt x="2610" y="14903"/>
                    </a:lnTo>
                    <a:lnTo>
                      <a:pt x="2610" y="14903"/>
                    </a:lnTo>
                    <a:lnTo>
                      <a:pt x="2610" y="14903"/>
                    </a:lnTo>
                    <a:lnTo>
                      <a:pt x="2730" y="14994"/>
                    </a:lnTo>
                    <a:lnTo>
                      <a:pt x="2730" y="14994"/>
                    </a:lnTo>
                    <a:lnTo>
                      <a:pt x="2761" y="15039"/>
                    </a:lnTo>
                    <a:lnTo>
                      <a:pt x="4178" y="13515"/>
                    </a:lnTo>
                    <a:cubicBezTo>
                      <a:pt x="4133" y="13470"/>
                      <a:pt x="4088" y="13440"/>
                      <a:pt x="4043" y="13395"/>
                    </a:cubicBezTo>
                    <a:close/>
                    <a:moveTo>
                      <a:pt x="4390" y="13712"/>
                    </a:moveTo>
                    <a:lnTo>
                      <a:pt x="3047" y="15295"/>
                    </a:lnTo>
                    <a:lnTo>
                      <a:pt x="3198" y="15416"/>
                    </a:lnTo>
                    <a:lnTo>
                      <a:pt x="3198" y="15416"/>
                    </a:lnTo>
                    <a:lnTo>
                      <a:pt x="3198" y="15416"/>
                    </a:lnTo>
                    <a:lnTo>
                      <a:pt x="3198" y="15416"/>
                    </a:lnTo>
                    <a:lnTo>
                      <a:pt x="3198" y="15416"/>
                    </a:lnTo>
                    <a:lnTo>
                      <a:pt x="3198" y="15416"/>
                    </a:lnTo>
                    <a:lnTo>
                      <a:pt x="3213" y="15431"/>
                    </a:lnTo>
                    <a:lnTo>
                      <a:pt x="4510" y="13817"/>
                    </a:lnTo>
                    <a:lnTo>
                      <a:pt x="4375" y="13712"/>
                    </a:lnTo>
                    <a:close/>
                    <a:moveTo>
                      <a:pt x="4752" y="13998"/>
                    </a:moveTo>
                    <a:lnTo>
                      <a:pt x="3515" y="15657"/>
                    </a:lnTo>
                    <a:lnTo>
                      <a:pt x="3620" y="15748"/>
                    </a:lnTo>
                    <a:lnTo>
                      <a:pt x="3620" y="15748"/>
                    </a:lnTo>
                    <a:lnTo>
                      <a:pt x="3635" y="15748"/>
                    </a:lnTo>
                    <a:lnTo>
                      <a:pt x="3635" y="15748"/>
                    </a:lnTo>
                    <a:lnTo>
                      <a:pt x="3635" y="15748"/>
                    </a:lnTo>
                    <a:lnTo>
                      <a:pt x="3635" y="15748"/>
                    </a:lnTo>
                    <a:lnTo>
                      <a:pt x="3635" y="15748"/>
                    </a:lnTo>
                    <a:lnTo>
                      <a:pt x="3635" y="15748"/>
                    </a:lnTo>
                    <a:lnTo>
                      <a:pt x="3681" y="15778"/>
                    </a:lnTo>
                    <a:lnTo>
                      <a:pt x="4872" y="14074"/>
                    </a:lnTo>
                    <a:lnTo>
                      <a:pt x="4721" y="13968"/>
                    </a:lnTo>
                    <a:close/>
                    <a:moveTo>
                      <a:pt x="5129" y="14255"/>
                    </a:moveTo>
                    <a:lnTo>
                      <a:pt x="3997" y="15989"/>
                    </a:lnTo>
                    <a:lnTo>
                      <a:pt x="4163" y="16110"/>
                    </a:lnTo>
                    <a:lnTo>
                      <a:pt x="4163" y="16110"/>
                    </a:lnTo>
                    <a:lnTo>
                      <a:pt x="4163" y="16110"/>
                    </a:lnTo>
                    <a:lnTo>
                      <a:pt x="4178" y="16110"/>
                    </a:lnTo>
                    <a:lnTo>
                      <a:pt x="5264" y="14330"/>
                    </a:lnTo>
                    <a:cubicBezTo>
                      <a:pt x="5204" y="14300"/>
                      <a:pt x="5159" y="14270"/>
                      <a:pt x="5114" y="14239"/>
                    </a:cubicBezTo>
                    <a:close/>
                    <a:moveTo>
                      <a:pt x="5506" y="14481"/>
                    </a:moveTo>
                    <a:lnTo>
                      <a:pt x="4495" y="16291"/>
                    </a:lnTo>
                    <a:cubicBezTo>
                      <a:pt x="4556" y="16321"/>
                      <a:pt x="4616" y="16366"/>
                      <a:pt x="4676" y="16396"/>
                    </a:cubicBezTo>
                    <a:lnTo>
                      <a:pt x="4676" y="16396"/>
                    </a:lnTo>
                    <a:lnTo>
                      <a:pt x="4676" y="16396"/>
                    </a:lnTo>
                    <a:lnTo>
                      <a:pt x="4691" y="16396"/>
                    </a:lnTo>
                    <a:lnTo>
                      <a:pt x="5657" y="14556"/>
                    </a:lnTo>
                    <a:cubicBezTo>
                      <a:pt x="5596" y="14526"/>
                      <a:pt x="5551" y="14511"/>
                      <a:pt x="5491" y="14481"/>
                    </a:cubicBezTo>
                    <a:close/>
                    <a:moveTo>
                      <a:pt x="5898" y="14677"/>
                    </a:moveTo>
                    <a:lnTo>
                      <a:pt x="5023" y="16562"/>
                    </a:lnTo>
                    <a:lnTo>
                      <a:pt x="5159" y="16638"/>
                    </a:lnTo>
                    <a:lnTo>
                      <a:pt x="5189" y="16638"/>
                    </a:lnTo>
                    <a:lnTo>
                      <a:pt x="5234" y="16653"/>
                    </a:lnTo>
                    <a:lnTo>
                      <a:pt x="6064" y="14752"/>
                    </a:lnTo>
                    <a:cubicBezTo>
                      <a:pt x="6004" y="14722"/>
                      <a:pt x="5943" y="14707"/>
                      <a:pt x="5898" y="14677"/>
                    </a:cubicBezTo>
                    <a:close/>
                    <a:moveTo>
                      <a:pt x="6305" y="14858"/>
                    </a:moveTo>
                    <a:lnTo>
                      <a:pt x="5551" y="16789"/>
                    </a:lnTo>
                    <a:lnTo>
                      <a:pt x="5611" y="16819"/>
                    </a:lnTo>
                    <a:lnTo>
                      <a:pt x="5611" y="16819"/>
                    </a:lnTo>
                    <a:lnTo>
                      <a:pt x="5611" y="16819"/>
                    </a:lnTo>
                    <a:lnTo>
                      <a:pt x="5657" y="16819"/>
                    </a:lnTo>
                    <a:lnTo>
                      <a:pt x="5762" y="16849"/>
                    </a:lnTo>
                    <a:lnTo>
                      <a:pt x="6456" y="14903"/>
                    </a:lnTo>
                    <a:lnTo>
                      <a:pt x="6290" y="14843"/>
                    </a:lnTo>
                    <a:close/>
                    <a:moveTo>
                      <a:pt x="6728" y="15009"/>
                    </a:moveTo>
                    <a:lnTo>
                      <a:pt x="6109" y="16985"/>
                    </a:lnTo>
                    <a:lnTo>
                      <a:pt x="6335" y="17045"/>
                    </a:lnTo>
                    <a:lnTo>
                      <a:pt x="6894" y="15039"/>
                    </a:lnTo>
                    <a:lnTo>
                      <a:pt x="6728" y="14994"/>
                    </a:lnTo>
                    <a:close/>
                    <a:moveTo>
                      <a:pt x="7165" y="15114"/>
                    </a:moveTo>
                    <a:lnTo>
                      <a:pt x="6682" y="17136"/>
                    </a:lnTo>
                    <a:lnTo>
                      <a:pt x="6894" y="17181"/>
                    </a:lnTo>
                    <a:lnTo>
                      <a:pt x="7331" y="15160"/>
                    </a:lnTo>
                    <a:lnTo>
                      <a:pt x="7150" y="15114"/>
                    </a:lnTo>
                    <a:close/>
                    <a:moveTo>
                      <a:pt x="7602" y="15205"/>
                    </a:moveTo>
                    <a:lnTo>
                      <a:pt x="7240" y="17241"/>
                    </a:lnTo>
                    <a:lnTo>
                      <a:pt x="7467" y="17286"/>
                    </a:lnTo>
                    <a:lnTo>
                      <a:pt x="7753" y="15235"/>
                    </a:lnTo>
                    <a:lnTo>
                      <a:pt x="7587" y="15205"/>
                    </a:lnTo>
                    <a:close/>
                    <a:moveTo>
                      <a:pt x="8040" y="15265"/>
                    </a:moveTo>
                    <a:lnTo>
                      <a:pt x="7844" y="17332"/>
                    </a:lnTo>
                    <a:lnTo>
                      <a:pt x="8070" y="17347"/>
                    </a:lnTo>
                    <a:lnTo>
                      <a:pt x="8221" y="15280"/>
                    </a:lnTo>
                    <a:lnTo>
                      <a:pt x="8040" y="15265"/>
                    </a:lnTo>
                    <a:close/>
                    <a:moveTo>
                      <a:pt x="8492" y="15295"/>
                    </a:moveTo>
                    <a:lnTo>
                      <a:pt x="8417" y="17377"/>
                    </a:lnTo>
                    <a:lnTo>
                      <a:pt x="8598" y="17377"/>
                    </a:lnTo>
                    <a:lnTo>
                      <a:pt x="8658" y="17377"/>
                    </a:lnTo>
                    <a:lnTo>
                      <a:pt x="8658" y="15295"/>
                    </a:lnTo>
                    <a:lnTo>
                      <a:pt x="8477" y="15295"/>
                    </a:lnTo>
                    <a:close/>
                    <a:moveTo>
                      <a:pt x="9111" y="15280"/>
                    </a:moveTo>
                    <a:lnTo>
                      <a:pt x="8930" y="15280"/>
                    </a:lnTo>
                    <a:lnTo>
                      <a:pt x="9005" y="17362"/>
                    </a:lnTo>
                    <a:lnTo>
                      <a:pt x="9096" y="17362"/>
                    </a:lnTo>
                    <a:lnTo>
                      <a:pt x="9141" y="17362"/>
                    </a:lnTo>
                    <a:lnTo>
                      <a:pt x="9247" y="17362"/>
                    </a:lnTo>
                    <a:close/>
                    <a:moveTo>
                      <a:pt x="9563" y="15250"/>
                    </a:moveTo>
                    <a:lnTo>
                      <a:pt x="9382" y="15265"/>
                    </a:lnTo>
                    <a:lnTo>
                      <a:pt x="9594" y="17332"/>
                    </a:lnTo>
                    <a:lnTo>
                      <a:pt x="9820" y="17302"/>
                    </a:lnTo>
                    <a:close/>
                    <a:moveTo>
                      <a:pt x="10001" y="15175"/>
                    </a:moveTo>
                    <a:cubicBezTo>
                      <a:pt x="9941" y="15190"/>
                      <a:pt x="9880" y="15190"/>
                      <a:pt x="9820" y="15205"/>
                    </a:cubicBezTo>
                    <a:lnTo>
                      <a:pt x="10182" y="17241"/>
                    </a:lnTo>
                    <a:lnTo>
                      <a:pt x="10212" y="17241"/>
                    </a:lnTo>
                    <a:lnTo>
                      <a:pt x="10212" y="17241"/>
                    </a:lnTo>
                    <a:lnTo>
                      <a:pt x="10363" y="17211"/>
                    </a:lnTo>
                    <a:lnTo>
                      <a:pt x="10393" y="17211"/>
                    </a:lnTo>
                    <a:lnTo>
                      <a:pt x="9986" y="15190"/>
                    </a:lnTo>
                    <a:close/>
                    <a:moveTo>
                      <a:pt x="10423" y="15069"/>
                    </a:moveTo>
                    <a:lnTo>
                      <a:pt x="10257" y="15114"/>
                    </a:lnTo>
                    <a:lnTo>
                      <a:pt x="10755" y="17121"/>
                    </a:lnTo>
                    <a:lnTo>
                      <a:pt x="10800" y="17121"/>
                    </a:lnTo>
                    <a:lnTo>
                      <a:pt x="10815" y="17121"/>
                    </a:lnTo>
                    <a:lnTo>
                      <a:pt x="10876" y="17121"/>
                    </a:lnTo>
                    <a:lnTo>
                      <a:pt x="10981" y="17105"/>
                    </a:lnTo>
                    <a:lnTo>
                      <a:pt x="10423" y="15099"/>
                    </a:lnTo>
                    <a:close/>
                    <a:moveTo>
                      <a:pt x="10861" y="14933"/>
                    </a:moveTo>
                    <a:lnTo>
                      <a:pt x="10695" y="14994"/>
                    </a:lnTo>
                    <a:lnTo>
                      <a:pt x="11313" y="16970"/>
                    </a:lnTo>
                    <a:lnTo>
                      <a:pt x="11404" y="16940"/>
                    </a:lnTo>
                    <a:lnTo>
                      <a:pt x="11464" y="16940"/>
                    </a:lnTo>
                    <a:lnTo>
                      <a:pt x="11539" y="16909"/>
                    </a:lnTo>
                    <a:lnTo>
                      <a:pt x="10861" y="14948"/>
                    </a:lnTo>
                    <a:close/>
                    <a:moveTo>
                      <a:pt x="11268" y="14783"/>
                    </a:moveTo>
                    <a:lnTo>
                      <a:pt x="11117" y="14843"/>
                    </a:lnTo>
                    <a:lnTo>
                      <a:pt x="11871" y="16774"/>
                    </a:lnTo>
                    <a:lnTo>
                      <a:pt x="12007" y="16713"/>
                    </a:lnTo>
                    <a:lnTo>
                      <a:pt x="12007" y="16713"/>
                    </a:lnTo>
                    <a:lnTo>
                      <a:pt x="12067" y="16683"/>
                    </a:lnTo>
                    <a:lnTo>
                      <a:pt x="11253" y="14783"/>
                    </a:lnTo>
                    <a:close/>
                    <a:moveTo>
                      <a:pt x="11675" y="14586"/>
                    </a:moveTo>
                    <a:lnTo>
                      <a:pt x="11524" y="14662"/>
                    </a:lnTo>
                    <a:lnTo>
                      <a:pt x="12414" y="16532"/>
                    </a:lnTo>
                    <a:cubicBezTo>
                      <a:pt x="12475" y="16502"/>
                      <a:pt x="12550" y="16472"/>
                      <a:pt x="12610" y="16442"/>
                    </a:cubicBezTo>
                    <a:lnTo>
                      <a:pt x="11675" y="14586"/>
                    </a:lnTo>
                    <a:close/>
                    <a:moveTo>
                      <a:pt x="12067" y="14375"/>
                    </a:moveTo>
                    <a:lnTo>
                      <a:pt x="11916" y="14466"/>
                    </a:lnTo>
                    <a:lnTo>
                      <a:pt x="12927" y="16276"/>
                    </a:lnTo>
                    <a:lnTo>
                      <a:pt x="12927" y="16276"/>
                    </a:lnTo>
                    <a:lnTo>
                      <a:pt x="12942" y="16276"/>
                    </a:lnTo>
                    <a:lnTo>
                      <a:pt x="12957" y="16276"/>
                    </a:lnTo>
                    <a:lnTo>
                      <a:pt x="12957" y="16276"/>
                    </a:lnTo>
                    <a:lnTo>
                      <a:pt x="12957" y="16276"/>
                    </a:lnTo>
                    <a:lnTo>
                      <a:pt x="12957" y="16276"/>
                    </a:lnTo>
                    <a:lnTo>
                      <a:pt x="12957" y="16276"/>
                    </a:lnTo>
                    <a:lnTo>
                      <a:pt x="12957" y="16276"/>
                    </a:lnTo>
                    <a:lnTo>
                      <a:pt x="12957" y="16276"/>
                    </a:lnTo>
                    <a:lnTo>
                      <a:pt x="13108" y="16185"/>
                    </a:lnTo>
                    <a:lnTo>
                      <a:pt x="12052" y="14405"/>
                    </a:lnTo>
                    <a:close/>
                    <a:moveTo>
                      <a:pt x="12444" y="14134"/>
                    </a:moveTo>
                    <a:lnTo>
                      <a:pt x="12294" y="14224"/>
                    </a:lnTo>
                    <a:lnTo>
                      <a:pt x="13425" y="15959"/>
                    </a:lnTo>
                    <a:cubicBezTo>
                      <a:pt x="13470" y="15944"/>
                      <a:pt x="13500" y="15929"/>
                      <a:pt x="13530" y="15899"/>
                    </a:cubicBezTo>
                    <a:lnTo>
                      <a:pt x="13530" y="15899"/>
                    </a:lnTo>
                    <a:lnTo>
                      <a:pt x="13530" y="15899"/>
                    </a:lnTo>
                    <a:lnTo>
                      <a:pt x="13561" y="15899"/>
                    </a:lnTo>
                    <a:lnTo>
                      <a:pt x="13621" y="15853"/>
                    </a:lnTo>
                    <a:lnTo>
                      <a:pt x="12444" y="14149"/>
                    </a:lnTo>
                    <a:close/>
                    <a:moveTo>
                      <a:pt x="12806" y="13862"/>
                    </a:moveTo>
                    <a:cubicBezTo>
                      <a:pt x="12761" y="13908"/>
                      <a:pt x="12716" y="13938"/>
                      <a:pt x="12671" y="13968"/>
                    </a:cubicBezTo>
                    <a:lnTo>
                      <a:pt x="13908" y="15627"/>
                    </a:lnTo>
                    <a:lnTo>
                      <a:pt x="14104" y="15491"/>
                    </a:lnTo>
                    <a:lnTo>
                      <a:pt x="12806" y="13862"/>
                    </a:lnTo>
                    <a:close/>
                    <a:moveTo>
                      <a:pt x="13138" y="13576"/>
                    </a:moveTo>
                    <a:cubicBezTo>
                      <a:pt x="13108" y="13606"/>
                      <a:pt x="13063" y="13651"/>
                      <a:pt x="13018" y="13696"/>
                    </a:cubicBezTo>
                    <a:lnTo>
                      <a:pt x="14375" y="15265"/>
                    </a:lnTo>
                    <a:lnTo>
                      <a:pt x="14405" y="15220"/>
                    </a:lnTo>
                    <a:lnTo>
                      <a:pt x="14405" y="15220"/>
                    </a:lnTo>
                    <a:lnTo>
                      <a:pt x="14405" y="15220"/>
                    </a:lnTo>
                    <a:lnTo>
                      <a:pt x="14405" y="15220"/>
                    </a:lnTo>
                    <a:lnTo>
                      <a:pt x="14405" y="15220"/>
                    </a:lnTo>
                    <a:lnTo>
                      <a:pt x="14405" y="15220"/>
                    </a:lnTo>
                    <a:lnTo>
                      <a:pt x="14405" y="15220"/>
                    </a:lnTo>
                    <a:lnTo>
                      <a:pt x="14405" y="15220"/>
                    </a:lnTo>
                    <a:lnTo>
                      <a:pt x="14405" y="15220"/>
                    </a:lnTo>
                    <a:lnTo>
                      <a:pt x="14405" y="15220"/>
                    </a:lnTo>
                    <a:lnTo>
                      <a:pt x="14405" y="15220"/>
                    </a:lnTo>
                    <a:lnTo>
                      <a:pt x="14405" y="15220"/>
                    </a:lnTo>
                    <a:lnTo>
                      <a:pt x="14405" y="15220"/>
                    </a:lnTo>
                    <a:lnTo>
                      <a:pt x="14405" y="15220"/>
                    </a:lnTo>
                    <a:lnTo>
                      <a:pt x="14405" y="15220"/>
                    </a:lnTo>
                    <a:lnTo>
                      <a:pt x="14405" y="15220"/>
                    </a:lnTo>
                    <a:lnTo>
                      <a:pt x="14405" y="15220"/>
                    </a:lnTo>
                    <a:lnTo>
                      <a:pt x="14405" y="15220"/>
                    </a:lnTo>
                    <a:lnTo>
                      <a:pt x="14405" y="15220"/>
                    </a:lnTo>
                    <a:lnTo>
                      <a:pt x="14481" y="15160"/>
                    </a:lnTo>
                    <a:lnTo>
                      <a:pt x="13078" y="13636"/>
                    </a:lnTo>
                    <a:close/>
                    <a:moveTo>
                      <a:pt x="13470" y="13259"/>
                    </a:moveTo>
                    <a:lnTo>
                      <a:pt x="13349" y="13380"/>
                    </a:lnTo>
                    <a:lnTo>
                      <a:pt x="14798" y="14858"/>
                    </a:lnTo>
                    <a:lnTo>
                      <a:pt x="14798" y="14858"/>
                    </a:lnTo>
                    <a:lnTo>
                      <a:pt x="14798" y="14858"/>
                    </a:lnTo>
                    <a:lnTo>
                      <a:pt x="14798" y="14858"/>
                    </a:lnTo>
                    <a:lnTo>
                      <a:pt x="14813" y="14843"/>
                    </a:lnTo>
                    <a:lnTo>
                      <a:pt x="14813" y="14843"/>
                    </a:lnTo>
                    <a:lnTo>
                      <a:pt x="14918" y="14737"/>
                    </a:lnTo>
                    <a:lnTo>
                      <a:pt x="14918" y="14737"/>
                    </a:lnTo>
                    <a:lnTo>
                      <a:pt x="14918" y="14737"/>
                    </a:lnTo>
                    <a:lnTo>
                      <a:pt x="14918" y="14737"/>
                    </a:lnTo>
                    <a:lnTo>
                      <a:pt x="14918" y="14737"/>
                    </a:lnTo>
                    <a:lnTo>
                      <a:pt x="14918" y="14737"/>
                    </a:lnTo>
                    <a:lnTo>
                      <a:pt x="14918" y="14737"/>
                    </a:lnTo>
                    <a:lnTo>
                      <a:pt x="14918" y="14737"/>
                    </a:lnTo>
                    <a:lnTo>
                      <a:pt x="14933" y="14722"/>
                    </a:lnTo>
                    <a:lnTo>
                      <a:pt x="13440" y="13289"/>
                    </a:lnTo>
                    <a:close/>
                    <a:moveTo>
                      <a:pt x="13757" y="12927"/>
                    </a:moveTo>
                    <a:cubicBezTo>
                      <a:pt x="13727" y="12972"/>
                      <a:pt x="13681" y="13018"/>
                      <a:pt x="13651" y="13063"/>
                    </a:cubicBezTo>
                    <a:lnTo>
                      <a:pt x="15205" y="14436"/>
                    </a:lnTo>
                    <a:cubicBezTo>
                      <a:pt x="15235" y="14390"/>
                      <a:pt x="15265" y="14360"/>
                      <a:pt x="15310" y="14315"/>
                    </a:cubicBezTo>
                    <a:lnTo>
                      <a:pt x="15310" y="14315"/>
                    </a:lnTo>
                    <a:lnTo>
                      <a:pt x="15310" y="14315"/>
                    </a:lnTo>
                    <a:lnTo>
                      <a:pt x="15310" y="14315"/>
                    </a:lnTo>
                    <a:lnTo>
                      <a:pt x="15310" y="14315"/>
                    </a:lnTo>
                    <a:lnTo>
                      <a:pt x="15310" y="14315"/>
                    </a:lnTo>
                    <a:lnTo>
                      <a:pt x="15310" y="14315"/>
                    </a:lnTo>
                    <a:lnTo>
                      <a:pt x="15310" y="14315"/>
                    </a:lnTo>
                    <a:lnTo>
                      <a:pt x="15310" y="14315"/>
                    </a:lnTo>
                    <a:lnTo>
                      <a:pt x="15310" y="14315"/>
                    </a:lnTo>
                    <a:cubicBezTo>
                      <a:pt x="15310" y="14300"/>
                      <a:pt x="15325" y="14300"/>
                      <a:pt x="15341" y="14285"/>
                    </a:cubicBezTo>
                    <a:lnTo>
                      <a:pt x="13742" y="12957"/>
                    </a:lnTo>
                    <a:close/>
                    <a:moveTo>
                      <a:pt x="14043" y="12580"/>
                    </a:moveTo>
                    <a:cubicBezTo>
                      <a:pt x="13998" y="12626"/>
                      <a:pt x="13968" y="12671"/>
                      <a:pt x="13938" y="12716"/>
                    </a:cubicBezTo>
                    <a:lnTo>
                      <a:pt x="15582" y="13983"/>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97" y="13953"/>
                    </a:lnTo>
                    <a:lnTo>
                      <a:pt x="15597" y="13953"/>
                    </a:lnTo>
                    <a:lnTo>
                      <a:pt x="15597" y="13953"/>
                    </a:lnTo>
                    <a:lnTo>
                      <a:pt x="15597" y="13953"/>
                    </a:lnTo>
                    <a:lnTo>
                      <a:pt x="15597" y="13953"/>
                    </a:lnTo>
                    <a:lnTo>
                      <a:pt x="15597" y="13953"/>
                    </a:lnTo>
                    <a:lnTo>
                      <a:pt x="15597" y="13953"/>
                    </a:lnTo>
                    <a:lnTo>
                      <a:pt x="15597" y="13953"/>
                    </a:lnTo>
                    <a:lnTo>
                      <a:pt x="15597" y="13953"/>
                    </a:lnTo>
                    <a:lnTo>
                      <a:pt x="15597" y="13953"/>
                    </a:lnTo>
                    <a:cubicBezTo>
                      <a:pt x="15597" y="13938"/>
                      <a:pt x="15612" y="13923"/>
                      <a:pt x="15627" y="13908"/>
                    </a:cubicBezTo>
                    <a:lnTo>
                      <a:pt x="13953" y="12686"/>
                    </a:lnTo>
                    <a:close/>
                    <a:moveTo>
                      <a:pt x="14285" y="12203"/>
                    </a:moveTo>
                    <a:cubicBezTo>
                      <a:pt x="14255" y="12248"/>
                      <a:pt x="14224" y="12294"/>
                      <a:pt x="14194" y="12339"/>
                    </a:cubicBezTo>
                    <a:lnTo>
                      <a:pt x="15914" y="13500"/>
                    </a:lnTo>
                    <a:lnTo>
                      <a:pt x="15914" y="13485"/>
                    </a:lnTo>
                    <a:lnTo>
                      <a:pt x="15914" y="13485"/>
                    </a:lnTo>
                    <a:lnTo>
                      <a:pt x="15914" y="13485"/>
                    </a:lnTo>
                    <a:lnTo>
                      <a:pt x="15914" y="13485"/>
                    </a:lnTo>
                    <a:lnTo>
                      <a:pt x="15914" y="13485"/>
                    </a:lnTo>
                    <a:lnTo>
                      <a:pt x="15914" y="13485"/>
                    </a:lnTo>
                    <a:lnTo>
                      <a:pt x="15914" y="13485"/>
                    </a:lnTo>
                    <a:lnTo>
                      <a:pt x="15914" y="13485"/>
                    </a:lnTo>
                    <a:lnTo>
                      <a:pt x="15914" y="13485"/>
                    </a:lnTo>
                    <a:lnTo>
                      <a:pt x="15914" y="13485"/>
                    </a:lnTo>
                    <a:lnTo>
                      <a:pt x="15914" y="13485"/>
                    </a:lnTo>
                    <a:lnTo>
                      <a:pt x="15914" y="13485"/>
                    </a:lnTo>
                    <a:lnTo>
                      <a:pt x="16004" y="13334"/>
                    </a:lnTo>
                    <a:lnTo>
                      <a:pt x="14255" y="12233"/>
                    </a:lnTo>
                    <a:close/>
                    <a:moveTo>
                      <a:pt x="14511" y="11826"/>
                    </a:moveTo>
                    <a:cubicBezTo>
                      <a:pt x="14481" y="11871"/>
                      <a:pt x="14466" y="11917"/>
                      <a:pt x="14436" y="11977"/>
                    </a:cubicBezTo>
                    <a:lnTo>
                      <a:pt x="16231" y="13003"/>
                    </a:lnTo>
                    <a:lnTo>
                      <a:pt x="16291" y="12897"/>
                    </a:lnTo>
                    <a:lnTo>
                      <a:pt x="16291" y="12897"/>
                    </a:lnTo>
                    <a:lnTo>
                      <a:pt x="16291" y="12897"/>
                    </a:lnTo>
                    <a:lnTo>
                      <a:pt x="16291" y="12897"/>
                    </a:lnTo>
                    <a:lnTo>
                      <a:pt x="16291" y="12897"/>
                    </a:lnTo>
                    <a:lnTo>
                      <a:pt x="16291" y="12897"/>
                    </a:lnTo>
                    <a:lnTo>
                      <a:pt x="16291" y="12897"/>
                    </a:lnTo>
                    <a:lnTo>
                      <a:pt x="16291" y="12897"/>
                    </a:lnTo>
                    <a:lnTo>
                      <a:pt x="16291" y="12897"/>
                    </a:lnTo>
                    <a:lnTo>
                      <a:pt x="16321" y="12822"/>
                    </a:lnTo>
                    <a:lnTo>
                      <a:pt x="14496" y="11841"/>
                    </a:lnTo>
                    <a:close/>
                    <a:moveTo>
                      <a:pt x="14707" y="11419"/>
                    </a:moveTo>
                    <a:cubicBezTo>
                      <a:pt x="14677" y="11479"/>
                      <a:pt x="14662" y="11524"/>
                      <a:pt x="14632" y="11585"/>
                    </a:cubicBezTo>
                    <a:lnTo>
                      <a:pt x="16487" y="12490"/>
                    </a:lnTo>
                    <a:cubicBezTo>
                      <a:pt x="16532" y="12414"/>
                      <a:pt x="16562" y="12354"/>
                      <a:pt x="16593" y="12279"/>
                    </a:cubicBezTo>
                    <a:lnTo>
                      <a:pt x="14707" y="11419"/>
                    </a:lnTo>
                    <a:close/>
                    <a:moveTo>
                      <a:pt x="14873" y="11012"/>
                    </a:moveTo>
                    <a:cubicBezTo>
                      <a:pt x="14858" y="11057"/>
                      <a:pt x="14828" y="11117"/>
                      <a:pt x="14813" y="11177"/>
                    </a:cubicBezTo>
                    <a:lnTo>
                      <a:pt x="16728" y="11947"/>
                    </a:lnTo>
                    <a:cubicBezTo>
                      <a:pt x="16758" y="11871"/>
                      <a:pt x="16789" y="11811"/>
                      <a:pt x="16819" y="11736"/>
                    </a:cubicBezTo>
                    <a:close/>
                    <a:moveTo>
                      <a:pt x="15009" y="10589"/>
                    </a:moveTo>
                    <a:cubicBezTo>
                      <a:pt x="14994" y="10650"/>
                      <a:pt x="14979" y="10695"/>
                      <a:pt x="14963" y="10755"/>
                    </a:cubicBezTo>
                    <a:lnTo>
                      <a:pt x="16939" y="11404"/>
                    </a:lnTo>
                    <a:lnTo>
                      <a:pt x="16939" y="11358"/>
                    </a:lnTo>
                    <a:lnTo>
                      <a:pt x="16939" y="11358"/>
                    </a:lnTo>
                    <a:lnTo>
                      <a:pt x="16939" y="11358"/>
                    </a:lnTo>
                    <a:lnTo>
                      <a:pt x="16939" y="11358"/>
                    </a:lnTo>
                    <a:lnTo>
                      <a:pt x="16939" y="11358"/>
                    </a:lnTo>
                    <a:lnTo>
                      <a:pt x="16939" y="11358"/>
                    </a:lnTo>
                    <a:lnTo>
                      <a:pt x="16939" y="11358"/>
                    </a:lnTo>
                    <a:lnTo>
                      <a:pt x="16939" y="11358"/>
                    </a:lnTo>
                    <a:cubicBezTo>
                      <a:pt x="16970" y="11298"/>
                      <a:pt x="16985" y="11253"/>
                      <a:pt x="17000" y="11193"/>
                    </a:cubicBezTo>
                    <a:lnTo>
                      <a:pt x="17000" y="11193"/>
                    </a:lnTo>
                    <a:lnTo>
                      <a:pt x="15009" y="10604"/>
                    </a:lnTo>
                    <a:close/>
                    <a:moveTo>
                      <a:pt x="15129" y="10152"/>
                    </a:moveTo>
                    <a:cubicBezTo>
                      <a:pt x="15114" y="10212"/>
                      <a:pt x="15099" y="10272"/>
                      <a:pt x="15084" y="10318"/>
                    </a:cubicBezTo>
                    <a:lnTo>
                      <a:pt x="17105" y="10831"/>
                    </a:lnTo>
                    <a:cubicBezTo>
                      <a:pt x="17105" y="10815"/>
                      <a:pt x="17105" y="10800"/>
                      <a:pt x="17105" y="10770"/>
                    </a:cubicBezTo>
                    <a:lnTo>
                      <a:pt x="17105" y="10770"/>
                    </a:lnTo>
                    <a:lnTo>
                      <a:pt x="17105" y="10755"/>
                    </a:lnTo>
                    <a:lnTo>
                      <a:pt x="17105" y="10755"/>
                    </a:lnTo>
                    <a:lnTo>
                      <a:pt x="17105" y="10755"/>
                    </a:lnTo>
                    <a:lnTo>
                      <a:pt x="17105" y="10755"/>
                    </a:lnTo>
                    <a:lnTo>
                      <a:pt x="17105" y="10755"/>
                    </a:lnTo>
                    <a:lnTo>
                      <a:pt x="17105" y="10755"/>
                    </a:lnTo>
                    <a:lnTo>
                      <a:pt x="17105" y="10755"/>
                    </a:lnTo>
                    <a:lnTo>
                      <a:pt x="17105" y="10755"/>
                    </a:lnTo>
                    <a:lnTo>
                      <a:pt x="17105" y="10755"/>
                    </a:lnTo>
                    <a:lnTo>
                      <a:pt x="17105" y="10755"/>
                    </a:lnTo>
                    <a:lnTo>
                      <a:pt x="17105" y="10755"/>
                    </a:lnTo>
                    <a:lnTo>
                      <a:pt x="17105" y="10755"/>
                    </a:lnTo>
                    <a:lnTo>
                      <a:pt x="17105" y="10710"/>
                    </a:lnTo>
                    <a:lnTo>
                      <a:pt x="17105" y="10710"/>
                    </a:lnTo>
                    <a:lnTo>
                      <a:pt x="17105" y="10710"/>
                    </a:lnTo>
                    <a:lnTo>
                      <a:pt x="17105" y="10710"/>
                    </a:lnTo>
                    <a:lnTo>
                      <a:pt x="17105" y="10710"/>
                    </a:lnTo>
                    <a:lnTo>
                      <a:pt x="17105" y="10710"/>
                    </a:lnTo>
                    <a:cubicBezTo>
                      <a:pt x="17120" y="10695"/>
                      <a:pt x="17120" y="10680"/>
                      <a:pt x="17120" y="10665"/>
                    </a:cubicBezTo>
                    <a:lnTo>
                      <a:pt x="15099" y="10197"/>
                    </a:lnTo>
                    <a:close/>
                    <a:moveTo>
                      <a:pt x="15205" y="9714"/>
                    </a:moveTo>
                    <a:lnTo>
                      <a:pt x="15190" y="9895"/>
                    </a:lnTo>
                    <a:lnTo>
                      <a:pt x="17226" y="10272"/>
                    </a:lnTo>
                    <a:lnTo>
                      <a:pt x="17226" y="10272"/>
                    </a:lnTo>
                    <a:lnTo>
                      <a:pt x="17226" y="10272"/>
                    </a:lnTo>
                    <a:lnTo>
                      <a:pt x="17226" y="10272"/>
                    </a:lnTo>
                    <a:lnTo>
                      <a:pt x="17226" y="10272"/>
                    </a:lnTo>
                    <a:lnTo>
                      <a:pt x="17226" y="10272"/>
                    </a:lnTo>
                    <a:cubicBezTo>
                      <a:pt x="17241" y="10197"/>
                      <a:pt x="17241" y="10122"/>
                      <a:pt x="17256" y="10046"/>
                    </a:cubicBezTo>
                    <a:lnTo>
                      <a:pt x="15205" y="9729"/>
                    </a:lnTo>
                    <a:close/>
                    <a:moveTo>
                      <a:pt x="15265" y="9277"/>
                    </a:moveTo>
                    <a:cubicBezTo>
                      <a:pt x="15265" y="9337"/>
                      <a:pt x="15265" y="9382"/>
                      <a:pt x="15250" y="9443"/>
                    </a:cubicBezTo>
                    <a:lnTo>
                      <a:pt x="17301" y="9684"/>
                    </a:lnTo>
                    <a:lnTo>
                      <a:pt x="17301" y="9594"/>
                    </a:lnTo>
                    <a:lnTo>
                      <a:pt x="17301" y="9594"/>
                    </a:lnTo>
                    <a:lnTo>
                      <a:pt x="17301" y="9594"/>
                    </a:lnTo>
                    <a:lnTo>
                      <a:pt x="17301" y="9594"/>
                    </a:lnTo>
                    <a:lnTo>
                      <a:pt x="17301" y="9594"/>
                    </a:lnTo>
                    <a:lnTo>
                      <a:pt x="17301" y="9594"/>
                    </a:lnTo>
                    <a:lnTo>
                      <a:pt x="17301" y="9579"/>
                    </a:lnTo>
                    <a:lnTo>
                      <a:pt x="17301" y="9579"/>
                    </a:lnTo>
                    <a:lnTo>
                      <a:pt x="17301" y="9579"/>
                    </a:lnTo>
                    <a:lnTo>
                      <a:pt x="17301" y="9579"/>
                    </a:lnTo>
                    <a:lnTo>
                      <a:pt x="17301" y="9548"/>
                    </a:lnTo>
                    <a:lnTo>
                      <a:pt x="17301" y="9548"/>
                    </a:lnTo>
                    <a:lnTo>
                      <a:pt x="17301" y="9548"/>
                    </a:lnTo>
                    <a:lnTo>
                      <a:pt x="17301" y="9548"/>
                    </a:lnTo>
                    <a:lnTo>
                      <a:pt x="17301" y="9548"/>
                    </a:lnTo>
                    <a:lnTo>
                      <a:pt x="17301" y="9548"/>
                    </a:lnTo>
                    <a:lnTo>
                      <a:pt x="17301" y="9548"/>
                    </a:lnTo>
                    <a:lnTo>
                      <a:pt x="17301" y="9548"/>
                    </a:lnTo>
                    <a:lnTo>
                      <a:pt x="17301" y="9548"/>
                    </a:lnTo>
                    <a:lnTo>
                      <a:pt x="17301" y="9548"/>
                    </a:lnTo>
                    <a:lnTo>
                      <a:pt x="17301" y="9473"/>
                    </a:lnTo>
                    <a:lnTo>
                      <a:pt x="15235" y="9277"/>
                    </a:lnTo>
                    <a:close/>
                    <a:moveTo>
                      <a:pt x="15295" y="8824"/>
                    </a:moveTo>
                    <a:lnTo>
                      <a:pt x="15295" y="9005"/>
                    </a:lnTo>
                    <a:lnTo>
                      <a:pt x="17362" y="9096"/>
                    </a:lnTo>
                    <a:lnTo>
                      <a:pt x="17362" y="8975"/>
                    </a:lnTo>
                    <a:lnTo>
                      <a:pt x="17362" y="8975"/>
                    </a:lnTo>
                    <a:lnTo>
                      <a:pt x="17362" y="8975"/>
                    </a:lnTo>
                    <a:lnTo>
                      <a:pt x="17362" y="8975"/>
                    </a:lnTo>
                    <a:lnTo>
                      <a:pt x="17362" y="8975"/>
                    </a:lnTo>
                    <a:lnTo>
                      <a:pt x="17362" y="8975"/>
                    </a:lnTo>
                    <a:lnTo>
                      <a:pt x="17362" y="8975"/>
                    </a:lnTo>
                    <a:lnTo>
                      <a:pt x="17362" y="8975"/>
                    </a:lnTo>
                    <a:lnTo>
                      <a:pt x="17362" y="8975"/>
                    </a:lnTo>
                    <a:lnTo>
                      <a:pt x="17362" y="8975"/>
                    </a:lnTo>
                    <a:lnTo>
                      <a:pt x="17362" y="8945"/>
                    </a:lnTo>
                    <a:lnTo>
                      <a:pt x="17362" y="8945"/>
                    </a:lnTo>
                    <a:lnTo>
                      <a:pt x="17362" y="8915"/>
                    </a:lnTo>
                    <a:lnTo>
                      <a:pt x="17362" y="8915"/>
                    </a:lnTo>
                    <a:lnTo>
                      <a:pt x="17362" y="8900"/>
                    </a:lnTo>
                    <a:lnTo>
                      <a:pt x="17362" y="8900"/>
                    </a:lnTo>
                    <a:lnTo>
                      <a:pt x="15295" y="8855"/>
                    </a:lnTo>
                    <a:close/>
                    <a:moveTo>
                      <a:pt x="17362" y="8281"/>
                    </a:moveTo>
                    <a:lnTo>
                      <a:pt x="15295" y="8372"/>
                    </a:lnTo>
                    <a:lnTo>
                      <a:pt x="15295" y="8553"/>
                    </a:lnTo>
                    <a:lnTo>
                      <a:pt x="17362" y="8508"/>
                    </a:lnTo>
                    <a:lnTo>
                      <a:pt x="17362" y="8402"/>
                    </a:lnTo>
                    <a:lnTo>
                      <a:pt x="17362" y="8402"/>
                    </a:lnTo>
                    <a:lnTo>
                      <a:pt x="17362" y="8402"/>
                    </a:lnTo>
                    <a:lnTo>
                      <a:pt x="17362" y="8402"/>
                    </a:lnTo>
                    <a:lnTo>
                      <a:pt x="17362" y="8387"/>
                    </a:lnTo>
                    <a:lnTo>
                      <a:pt x="17362" y="8387"/>
                    </a:lnTo>
                    <a:lnTo>
                      <a:pt x="17362" y="8357"/>
                    </a:lnTo>
                    <a:lnTo>
                      <a:pt x="17362" y="8357"/>
                    </a:lnTo>
                    <a:lnTo>
                      <a:pt x="17362" y="8357"/>
                    </a:lnTo>
                    <a:lnTo>
                      <a:pt x="17362" y="8357"/>
                    </a:lnTo>
                    <a:lnTo>
                      <a:pt x="17362" y="8342"/>
                    </a:lnTo>
                    <a:lnTo>
                      <a:pt x="17362" y="8342"/>
                    </a:lnTo>
                    <a:lnTo>
                      <a:pt x="17362" y="8342"/>
                    </a:lnTo>
                    <a:lnTo>
                      <a:pt x="17362" y="8342"/>
                    </a:lnTo>
                    <a:lnTo>
                      <a:pt x="17362" y="8342"/>
                    </a:lnTo>
                    <a:lnTo>
                      <a:pt x="17362" y="8342"/>
                    </a:lnTo>
                    <a:cubicBezTo>
                      <a:pt x="17362" y="8342"/>
                      <a:pt x="17362" y="8327"/>
                      <a:pt x="17362" y="8312"/>
                    </a:cubicBezTo>
                    <a:close/>
                    <a:moveTo>
                      <a:pt x="17317" y="7693"/>
                    </a:moveTo>
                    <a:lnTo>
                      <a:pt x="15250" y="7934"/>
                    </a:lnTo>
                    <a:cubicBezTo>
                      <a:pt x="15250" y="7995"/>
                      <a:pt x="15265" y="8040"/>
                      <a:pt x="15280" y="8100"/>
                    </a:cubicBezTo>
                    <a:lnTo>
                      <a:pt x="17347" y="7919"/>
                    </a:lnTo>
                    <a:lnTo>
                      <a:pt x="17347" y="7919"/>
                    </a:lnTo>
                    <a:lnTo>
                      <a:pt x="17347" y="7919"/>
                    </a:lnTo>
                    <a:lnTo>
                      <a:pt x="17347" y="7919"/>
                    </a:lnTo>
                    <a:lnTo>
                      <a:pt x="17347" y="7919"/>
                    </a:lnTo>
                    <a:lnTo>
                      <a:pt x="17347" y="7919"/>
                    </a:lnTo>
                    <a:lnTo>
                      <a:pt x="17347" y="7919"/>
                    </a:lnTo>
                    <a:lnTo>
                      <a:pt x="17347" y="7919"/>
                    </a:lnTo>
                    <a:lnTo>
                      <a:pt x="17347" y="7919"/>
                    </a:lnTo>
                    <a:lnTo>
                      <a:pt x="17347" y="7919"/>
                    </a:lnTo>
                    <a:lnTo>
                      <a:pt x="17347" y="7919"/>
                    </a:lnTo>
                    <a:lnTo>
                      <a:pt x="17347" y="7919"/>
                    </a:lnTo>
                    <a:lnTo>
                      <a:pt x="17347" y="7919"/>
                    </a:lnTo>
                    <a:cubicBezTo>
                      <a:pt x="17347" y="7844"/>
                      <a:pt x="17332" y="7784"/>
                      <a:pt x="17332" y="7723"/>
                    </a:cubicBezTo>
                    <a:close/>
                    <a:moveTo>
                      <a:pt x="17226" y="7105"/>
                    </a:moveTo>
                    <a:lnTo>
                      <a:pt x="15190" y="7482"/>
                    </a:lnTo>
                    <a:cubicBezTo>
                      <a:pt x="15205" y="7542"/>
                      <a:pt x="15205" y="7603"/>
                      <a:pt x="15220" y="7663"/>
                    </a:cubicBezTo>
                    <a:lnTo>
                      <a:pt x="17271" y="7346"/>
                    </a:lnTo>
                    <a:cubicBezTo>
                      <a:pt x="17271" y="7286"/>
                      <a:pt x="17256" y="7241"/>
                      <a:pt x="17241" y="7195"/>
                    </a:cubicBezTo>
                    <a:lnTo>
                      <a:pt x="17241" y="7195"/>
                    </a:lnTo>
                    <a:lnTo>
                      <a:pt x="17241" y="7195"/>
                    </a:lnTo>
                    <a:lnTo>
                      <a:pt x="17241" y="7195"/>
                    </a:lnTo>
                    <a:lnTo>
                      <a:pt x="17241" y="7180"/>
                    </a:lnTo>
                    <a:lnTo>
                      <a:pt x="17241" y="7180"/>
                    </a:lnTo>
                    <a:lnTo>
                      <a:pt x="17241" y="7180"/>
                    </a:lnTo>
                    <a:lnTo>
                      <a:pt x="17241" y="7180"/>
                    </a:lnTo>
                    <a:lnTo>
                      <a:pt x="17241" y="7180"/>
                    </a:lnTo>
                    <a:lnTo>
                      <a:pt x="17241" y="7180"/>
                    </a:lnTo>
                    <a:lnTo>
                      <a:pt x="17241" y="7180"/>
                    </a:lnTo>
                    <a:lnTo>
                      <a:pt x="17241" y="7180"/>
                    </a:lnTo>
                    <a:lnTo>
                      <a:pt x="17241" y="7150"/>
                    </a:lnTo>
                    <a:close/>
                    <a:moveTo>
                      <a:pt x="17105" y="6547"/>
                    </a:moveTo>
                    <a:lnTo>
                      <a:pt x="15099" y="7060"/>
                    </a:lnTo>
                    <a:cubicBezTo>
                      <a:pt x="15114" y="7120"/>
                      <a:pt x="15129" y="7180"/>
                      <a:pt x="15129" y="7225"/>
                    </a:cubicBezTo>
                    <a:lnTo>
                      <a:pt x="17151" y="6773"/>
                    </a:lnTo>
                    <a:cubicBezTo>
                      <a:pt x="17151" y="6758"/>
                      <a:pt x="17151" y="6728"/>
                      <a:pt x="17151" y="6713"/>
                    </a:cubicBezTo>
                    <a:lnTo>
                      <a:pt x="17151" y="6713"/>
                    </a:lnTo>
                    <a:lnTo>
                      <a:pt x="17151" y="6713"/>
                    </a:lnTo>
                    <a:lnTo>
                      <a:pt x="17151" y="6713"/>
                    </a:lnTo>
                    <a:lnTo>
                      <a:pt x="17151" y="6698"/>
                    </a:lnTo>
                    <a:lnTo>
                      <a:pt x="17151" y="6698"/>
                    </a:lnTo>
                    <a:lnTo>
                      <a:pt x="17151" y="6698"/>
                    </a:lnTo>
                    <a:lnTo>
                      <a:pt x="17151" y="6698"/>
                    </a:lnTo>
                    <a:lnTo>
                      <a:pt x="17151" y="6682"/>
                    </a:lnTo>
                    <a:lnTo>
                      <a:pt x="17151" y="6682"/>
                    </a:lnTo>
                    <a:lnTo>
                      <a:pt x="17151" y="6682"/>
                    </a:lnTo>
                    <a:lnTo>
                      <a:pt x="17151" y="6682"/>
                    </a:lnTo>
                    <a:lnTo>
                      <a:pt x="17151" y="6682"/>
                    </a:lnTo>
                    <a:lnTo>
                      <a:pt x="17151" y="6682"/>
                    </a:lnTo>
                    <a:lnTo>
                      <a:pt x="17151" y="6682"/>
                    </a:lnTo>
                    <a:lnTo>
                      <a:pt x="17151" y="6682"/>
                    </a:lnTo>
                    <a:lnTo>
                      <a:pt x="17136" y="6637"/>
                    </a:lnTo>
                    <a:lnTo>
                      <a:pt x="17136" y="6637"/>
                    </a:lnTo>
                    <a:lnTo>
                      <a:pt x="17136" y="6637"/>
                    </a:lnTo>
                    <a:lnTo>
                      <a:pt x="17136" y="6637"/>
                    </a:lnTo>
                    <a:lnTo>
                      <a:pt x="17136" y="6637"/>
                    </a:lnTo>
                    <a:lnTo>
                      <a:pt x="17136" y="6637"/>
                    </a:lnTo>
                    <a:lnTo>
                      <a:pt x="17136" y="6637"/>
                    </a:lnTo>
                    <a:lnTo>
                      <a:pt x="17136" y="6637"/>
                    </a:lnTo>
                    <a:lnTo>
                      <a:pt x="17136" y="6637"/>
                    </a:lnTo>
                    <a:lnTo>
                      <a:pt x="17136" y="6637"/>
                    </a:lnTo>
                    <a:lnTo>
                      <a:pt x="17136" y="6637"/>
                    </a:lnTo>
                    <a:lnTo>
                      <a:pt x="17136" y="6637"/>
                    </a:lnTo>
                    <a:lnTo>
                      <a:pt x="17136" y="6622"/>
                    </a:lnTo>
                    <a:lnTo>
                      <a:pt x="17136" y="6622"/>
                    </a:lnTo>
                    <a:lnTo>
                      <a:pt x="17136" y="6622"/>
                    </a:lnTo>
                    <a:close/>
                    <a:moveTo>
                      <a:pt x="16939" y="5973"/>
                    </a:moveTo>
                    <a:lnTo>
                      <a:pt x="14963" y="6637"/>
                    </a:lnTo>
                    <a:cubicBezTo>
                      <a:pt x="14994" y="6682"/>
                      <a:pt x="15009" y="6743"/>
                      <a:pt x="15024" y="6803"/>
                    </a:cubicBezTo>
                    <a:lnTo>
                      <a:pt x="17015" y="6200"/>
                    </a:lnTo>
                    <a:lnTo>
                      <a:pt x="16970" y="6094"/>
                    </a:lnTo>
                    <a:lnTo>
                      <a:pt x="16970" y="6094"/>
                    </a:lnTo>
                    <a:lnTo>
                      <a:pt x="16970" y="6094"/>
                    </a:lnTo>
                    <a:lnTo>
                      <a:pt x="16970" y="6094"/>
                    </a:lnTo>
                    <a:lnTo>
                      <a:pt x="16970" y="6094"/>
                    </a:lnTo>
                    <a:lnTo>
                      <a:pt x="16970" y="6094"/>
                    </a:lnTo>
                    <a:lnTo>
                      <a:pt x="16970" y="6094"/>
                    </a:lnTo>
                    <a:lnTo>
                      <a:pt x="16970" y="6094"/>
                    </a:lnTo>
                    <a:lnTo>
                      <a:pt x="16970" y="6094"/>
                    </a:lnTo>
                    <a:lnTo>
                      <a:pt x="16970" y="6094"/>
                    </a:lnTo>
                    <a:lnTo>
                      <a:pt x="16970" y="6094"/>
                    </a:lnTo>
                    <a:lnTo>
                      <a:pt x="16970" y="6094"/>
                    </a:lnTo>
                    <a:lnTo>
                      <a:pt x="16970" y="6094"/>
                    </a:lnTo>
                    <a:lnTo>
                      <a:pt x="16970" y="6094"/>
                    </a:lnTo>
                    <a:lnTo>
                      <a:pt x="16970" y="6094"/>
                    </a:lnTo>
                    <a:lnTo>
                      <a:pt x="16970" y="6094"/>
                    </a:lnTo>
                    <a:lnTo>
                      <a:pt x="16970" y="6079"/>
                    </a:lnTo>
                    <a:lnTo>
                      <a:pt x="16970" y="6079"/>
                    </a:lnTo>
                    <a:lnTo>
                      <a:pt x="16970" y="6079"/>
                    </a:lnTo>
                    <a:lnTo>
                      <a:pt x="16970" y="6079"/>
                    </a:lnTo>
                    <a:lnTo>
                      <a:pt x="16970" y="6079"/>
                    </a:lnTo>
                    <a:lnTo>
                      <a:pt x="16970" y="6079"/>
                    </a:lnTo>
                    <a:lnTo>
                      <a:pt x="16970" y="6049"/>
                    </a:lnTo>
                    <a:close/>
                    <a:moveTo>
                      <a:pt x="16743" y="5430"/>
                    </a:moveTo>
                    <a:lnTo>
                      <a:pt x="14813" y="6215"/>
                    </a:lnTo>
                    <a:cubicBezTo>
                      <a:pt x="14843" y="6260"/>
                      <a:pt x="14858" y="6320"/>
                      <a:pt x="14873" y="6381"/>
                    </a:cubicBezTo>
                    <a:lnTo>
                      <a:pt x="16819" y="5642"/>
                    </a:lnTo>
                    <a:lnTo>
                      <a:pt x="16819" y="5627"/>
                    </a:lnTo>
                    <a:lnTo>
                      <a:pt x="16819" y="5627"/>
                    </a:lnTo>
                    <a:lnTo>
                      <a:pt x="16819" y="5627"/>
                    </a:lnTo>
                    <a:lnTo>
                      <a:pt x="16819" y="5627"/>
                    </a:lnTo>
                    <a:lnTo>
                      <a:pt x="16819" y="5627"/>
                    </a:lnTo>
                    <a:lnTo>
                      <a:pt x="16819" y="5627"/>
                    </a:lnTo>
                    <a:lnTo>
                      <a:pt x="16789" y="5536"/>
                    </a:lnTo>
                    <a:lnTo>
                      <a:pt x="16789" y="5536"/>
                    </a:lnTo>
                    <a:lnTo>
                      <a:pt x="16789" y="5536"/>
                    </a:lnTo>
                    <a:lnTo>
                      <a:pt x="16789" y="5536"/>
                    </a:lnTo>
                    <a:lnTo>
                      <a:pt x="16789" y="5536"/>
                    </a:lnTo>
                    <a:lnTo>
                      <a:pt x="16789" y="5536"/>
                    </a:lnTo>
                    <a:lnTo>
                      <a:pt x="16789" y="5536"/>
                    </a:lnTo>
                    <a:lnTo>
                      <a:pt x="16789" y="5536"/>
                    </a:lnTo>
                    <a:lnTo>
                      <a:pt x="16758" y="5476"/>
                    </a:lnTo>
                    <a:close/>
                    <a:moveTo>
                      <a:pt x="16502" y="4887"/>
                    </a:moveTo>
                    <a:lnTo>
                      <a:pt x="14632" y="5808"/>
                    </a:lnTo>
                    <a:cubicBezTo>
                      <a:pt x="14662" y="5853"/>
                      <a:pt x="14677" y="5913"/>
                      <a:pt x="14707" y="5958"/>
                    </a:cubicBezTo>
                    <a:lnTo>
                      <a:pt x="16593" y="5099"/>
                    </a:lnTo>
                    <a:lnTo>
                      <a:pt x="16562" y="5038"/>
                    </a:lnTo>
                    <a:lnTo>
                      <a:pt x="16562" y="5038"/>
                    </a:lnTo>
                    <a:lnTo>
                      <a:pt x="16562" y="5038"/>
                    </a:lnTo>
                    <a:lnTo>
                      <a:pt x="16562" y="5038"/>
                    </a:lnTo>
                    <a:lnTo>
                      <a:pt x="16562" y="5038"/>
                    </a:lnTo>
                    <a:lnTo>
                      <a:pt x="16562" y="5038"/>
                    </a:lnTo>
                    <a:lnTo>
                      <a:pt x="16562" y="5038"/>
                    </a:lnTo>
                    <a:lnTo>
                      <a:pt x="16562" y="5038"/>
                    </a:lnTo>
                    <a:lnTo>
                      <a:pt x="16562" y="5038"/>
                    </a:lnTo>
                    <a:lnTo>
                      <a:pt x="16562" y="5038"/>
                    </a:lnTo>
                    <a:lnTo>
                      <a:pt x="16562" y="5023"/>
                    </a:lnTo>
                    <a:lnTo>
                      <a:pt x="16562" y="5023"/>
                    </a:lnTo>
                    <a:lnTo>
                      <a:pt x="16562" y="5023"/>
                    </a:lnTo>
                    <a:lnTo>
                      <a:pt x="16562" y="5023"/>
                    </a:lnTo>
                    <a:lnTo>
                      <a:pt x="16562" y="5023"/>
                    </a:lnTo>
                    <a:lnTo>
                      <a:pt x="16562" y="5023"/>
                    </a:lnTo>
                    <a:lnTo>
                      <a:pt x="16562" y="4993"/>
                    </a:lnTo>
                    <a:lnTo>
                      <a:pt x="16562" y="4993"/>
                    </a:lnTo>
                    <a:lnTo>
                      <a:pt x="16562" y="4993"/>
                    </a:lnTo>
                    <a:lnTo>
                      <a:pt x="16562" y="4993"/>
                    </a:lnTo>
                    <a:lnTo>
                      <a:pt x="16532" y="4933"/>
                    </a:lnTo>
                    <a:close/>
                    <a:moveTo>
                      <a:pt x="16215" y="4375"/>
                    </a:moveTo>
                    <a:lnTo>
                      <a:pt x="14420" y="5415"/>
                    </a:lnTo>
                    <a:cubicBezTo>
                      <a:pt x="14451" y="5461"/>
                      <a:pt x="14481" y="5506"/>
                      <a:pt x="14511" y="5566"/>
                    </a:cubicBezTo>
                    <a:lnTo>
                      <a:pt x="16336" y="4571"/>
                    </a:lnTo>
                    <a:cubicBezTo>
                      <a:pt x="16291" y="4510"/>
                      <a:pt x="16261" y="4435"/>
                      <a:pt x="16215" y="4375"/>
                    </a:cubicBezTo>
                    <a:close/>
                    <a:moveTo>
                      <a:pt x="15914" y="3877"/>
                    </a:moveTo>
                    <a:lnTo>
                      <a:pt x="14179" y="5023"/>
                    </a:lnTo>
                    <a:lnTo>
                      <a:pt x="14270" y="5159"/>
                    </a:lnTo>
                    <a:lnTo>
                      <a:pt x="16034" y="4058"/>
                    </a:lnTo>
                    <a:cubicBezTo>
                      <a:pt x="16019" y="4043"/>
                      <a:pt x="16019" y="4028"/>
                      <a:pt x="16004" y="4028"/>
                    </a:cubicBez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5974" y="3982"/>
                    </a:lnTo>
                    <a:close/>
                    <a:moveTo>
                      <a:pt x="15567" y="3394"/>
                    </a:moveTo>
                    <a:lnTo>
                      <a:pt x="13923" y="4661"/>
                    </a:lnTo>
                    <a:cubicBezTo>
                      <a:pt x="13968" y="4722"/>
                      <a:pt x="13998" y="4767"/>
                      <a:pt x="14028" y="4812"/>
                    </a:cubicBezTo>
                    <a:lnTo>
                      <a:pt x="15703" y="3590"/>
                    </a:lnTo>
                    <a:cubicBezTo>
                      <a:pt x="15657" y="3530"/>
                      <a:pt x="15612" y="3454"/>
                      <a:pt x="15567" y="3394"/>
                    </a:cubicBezTo>
                    <a:close/>
                    <a:moveTo>
                      <a:pt x="15190" y="2942"/>
                    </a:moveTo>
                    <a:lnTo>
                      <a:pt x="13636" y="4329"/>
                    </a:lnTo>
                    <a:cubicBezTo>
                      <a:pt x="13681" y="4360"/>
                      <a:pt x="13711" y="4405"/>
                      <a:pt x="13757" y="4450"/>
                    </a:cubicBezTo>
                    <a:lnTo>
                      <a:pt x="15341" y="3123"/>
                    </a:lnTo>
                    <a:lnTo>
                      <a:pt x="15310" y="3092"/>
                    </a:lnTo>
                    <a:lnTo>
                      <a:pt x="15310" y="3092"/>
                    </a:lnTo>
                    <a:lnTo>
                      <a:pt x="15310" y="3092"/>
                    </a:lnTo>
                    <a:lnTo>
                      <a:pt x="15310" y="3092"/>
                    </a:lnTo>
                    <a:lnTo>
                      <a:pt x="15310" y="3092"/>
                    </a:lnTo>
                    <a:lnTo>
                      <a:pt x="15310" y="3092"/>
                    </a:lnTo>
                    <a:lnTo>
                      <a:pt x="15205" y="2957"/>
                    </a:lnTo>
                    <a:close/>
                    <a:moveTo>
                      <a:pt x="14782" y="2519"/>
                    </a:moveTo>
                    <a:lnTo>
                      <a:pt x="13334" y="3997"/>
                    </a:lnTo>
                    <a:cubicBezTo>
                      <a:pt x="13365" y="4043"/>
                      <a:pt x="13410" y="4088"/>
                      <a:pt x="13455" y="4118"/>
                    </a:cubicBezTo>
                    <a:lnTo>
                      <a:pt x="14948" y="2685"/>
                    </a:lnTo>
                    <a:cubicBezTo>
                      <a:pt x="14888" y="2625"/>
                      <a:pt x="14843" y="2580"/>
                      <a:pt x="14782" y="2519"/>
                    </a:cubicBezTo>
                    <a:close/>
                    <a:moveTo>
                      <a:pt x="14360" y="2127"/>
                    </a:moveTo>
                    <a:lnTo>
                      <a:pt x="13003" y="3696"/>
                    </a:lnTo>
                    <a:lnTo>
                      <a:pt x="13138" y="3816"/>
                    </a:lnTo>
                    <a:lnTo>
                      <a:pt x="14526" y="2278"/>
                    </a:lnTo>
                    <a:cubicBezTo>
                      <a:pt x="14466" y="2218"/>
                      <a:pt x="14420" y="2172"/>
                      <a:pt x="14360" y="2127"/>
                    </a:cubicBezTo>
                    <a:close/>
                    <a:moveTo>
                      <a:pt x="13892" y="1750"/>
                    </a:moveTo>
                    <a:lnTo>
                      <a:pt x="12656" y="3409"/>
                    </a:lnTo>
                    <a:cubicBezTo>
                      <a:pt x="12701" y="3439"/>
                      <a:pt x="12746" y="3470"/>
                      <a:pt x="12791" y="3515"/>
                    </a:cubicBezTo>
                    <a:lnTo>
                      <a:pt x="14073" y="1886"/>
                    </a:lnTo>
                    <a:lnTo>
                      <a:pt x="14073" y="1886"/>
                    </a:lnTo>
                    <a:lnTo>
                      <a:pt x="14073" y="1886"/>
                    </a:lnTo>
                    <a:lnTo>
                      <a:pt x="14073" y="1886"/>
                    </a:lnTo>
                    <a:lnTo>
                      <a:pt x="14058" y="1871"/>
                    </a:lnTo>
                    <a:lnTo>
                      <a:pt x="14058" y="1871"/>
                    </a:lnTo>
                    <a:lnTo>
                      <a:pt x="14058" y="1871"/>
                    </a:lnTo>
                    <a:lnTo>
                      <a:pt x="14058" y="1871"/>
                    </a:lnTo>
                    <a:lnTo>
                      <a:pt x="14058" y="1871"/>
                    </a:lnTo>
                    <a:lnTo>
                      <a:pt x="14058" y="1871"/>
                    </a:lnTo>
                    <a:lnTo>
                      <a:pt x="14058" y="1871"/>
                    </a:lnTo>
                    <a:lnTo>
                      <a:pt x="14058" y="1871"/>
                    </a:lnTo>
                    <a:lnTo>
                      <a:pt x="14058" y="1871"/>
                    </a:lnTo>
                    <a:lnTo>
                      <a:pt x="14058" y="1871"/>
                    </a:lnTo>
                    <a:lnTo>
                      <a:pt x="14058" y="1871"/>
                    </a:lnTo>
                    <a:lnTo>
                      <a:pt x="14058" y="1871"/>
                    </a:lnTo>
                    <a:lnTo>
                      <a:pt x="14043" y="1871"/>
                    </a:lnTo>
                    <a:lnTo>
                      <a:pt x="14043" y="1871"/>
                    </a:lnTo>
                    <a:lnTo>
                      <a:pt x="14043" y="1871"/>
                    </a:lnTo>
                    <a:lnTo>
                      <a:pt x="14043" y="1871"/>
                    </a:lnTo>
                    <a:lnTo>
                      <a:pt x="14043" y="1871"/>
                    </a:lnTo>
                    <a:lnTo>
                      <a:pt x="14028" y="1871"/>
                    </a:lnTo>
                    <a:lnTo>
                      <a:pt x="13998" y="1840"/>
                    </a:lnTo>
                    <a:lnTo>
                      <a:pt x="13998" y="1840"/>
                    </a:lnTo>
                    <a:lnTo>
                      <a:pt x="13998" y="1840"/>
                    </a:lnTo>
                    <a:lnTo>
                      <a:pt x="13983" y="1840"/>
                    </a:lnTo>
                    <a:lnTo>
                      <a:pt x="13983" y="1840"/>
                    </a:lnTo>
                    <a:lnTo>
                      <a:pt x="13983" y="1840"/>
                    </a:lnTo>
                    <a:lnTo>
                      <a:pt x="13983" y="1840"/>
                    </a:lnTo>
                    <a:close/>
                    <a:moveTo>
                      <a:pt x="13410" y="1418"/>
                    </a:moveTo>
                    <a:lnTo>
                      <a:pt x="12279" y="3153"/>
                    </a:lnTo>
                    <a:lnTo>
                      <a:pt x="12429" y="3243"/>
                    </a:lnTo>
                    <a:lnTo>
                      <a:pt x="13606" y="1539"/>
                    </a:lnTo>
                    <a:lnTo>
                      <a:pt x="13455" y="1433"/>
                    </a:lnTo>
                    <a:lnTo>
                      <a:pt x="13440" y="1433"/>
                    </a:lnTo>
                    <a:lnTo>
                      <a:pt x="13440" y="1433"/>
                    </a:lnTo>
                    <a:lnTo>
                      <a:pt x="13440" y="1433"/>
                    </a:lnTo>
                    <a:lnTo>
                      <a:pt x="13440" y="1433"/>
                    </a:lnTo>
                    <a:lnTo>
                      <a:pt x="13440" y="1433"/>
                    </a:lnTo>
                    <a:lnTo>
                      <a:pt x="13425" y="1433"/>
                    </a:lnTo>
                    <a:close/>
                    <a:moveTo>
                      <a:pt x="12912" y="1101"/>
                    </a:moveTo>
                    <a:lnTo>
                      <a:pt x="11901" y="2911"/>
                    </a:lnTo>
                    <a:lnTo>
                      <a:pt x="12052" y="3002"/>
                    </a:lnTo>
                    <a:lnTo>
                      <a:pt x="13108" y="1222"/>
                    </a:lnTo>
                    <a:cubicBezTo>
                      <a:pt x="13093" y="1207"/>
                      <a:pt x="13078" y="1207"/>
                      <a:pt x="13063" y="1192"/>
                    </a:cubicBezTo>
                    <a:lnTo>
                      <a:pt x="13033" y="1192"/>
                    </a:lnTo>
                    <a:lnTo>
                      <a:pt x="12912" y="1116"/>
                    </a:lnTo>
                    <a:close/>
                    <a:moveTo>
                      <a:pt x="12399" y="845"/>
                    </a:moveTo>
                    <a:lnTo>
                      <a:pt x="11509" y="2715"/>
                    </a:lnTo>
                    <a:lnTo>
                      <a:pt x="11660" y="2791"/>
                    </a:lnTo>
                    <a:lnTo>
                      <a:pt x="12610" y="935"/>
                    </a:lnTo>
                    <a:lnTo>
                      <a:pt x="12580" y="920"/>
                    </a:lnTo>
                    <a:lnTo>
                      <a:pt x="12580" y="920"/>
                    </a:lnTo>
                    <a:lnTo>
                      <a:pt x="12580" y="920"/>
                    </a:lnTo>
                    <a:lnTo>
                      <a:pt x="12580" y="920"/>
                    </a:lnTo>
                    <a:lnTo>
                      <a:pt x="12580" y="920"/>
                    </a:lnTo>
                    <a:lnTo>
                      <a:pt x="12580" y="920"/>
                    </a:lnTo>
                    <a:lnTo>
                      <a:pt x="12550" y="905"/>
                    </a:lnTo>
                    <a:lnTo>
                      <a:pt x="12550" y="905"/>
                    </a:lnTo>
                    <a:lnTo>
                      <a:pt x="12550" y="905"/>
                    </a:lnTo>
                    <a:lnTo>
                      <a:pt x="12505" y="905"/>
                    </a:lnTo>
                    <a:lnTo>
                      <a:pt x="12490" y="905"/>
                    </a:lnTo>
                    <a:lnTo>
                      <a:pt x="12460" y="905"/>
                    </a:lnTo>
                    <a:lnTo>
                      <a:pt x="12460" y="905"/>
                    </a:lnTo>
                    <a:lnTo>
                      <a:pt x="12460" y="905"/>
                    </a:lnTo>
                    <a:lnTo>
                      <a:pt x="12444" y="905"/>
                    </a:lnTo>
                    <a:close/>
                    <a:moveTo>
                      <a:pt x="11856" y="604"/>
                    </a:moveTo>
                    <a:lnTo>
                      <a:pt x="11102" y="2534"/>
                    </a:lnTo>
                    <a:lnTo>
                      <a:pt x="11268" y="2610"/>
                    </a:lnTo>
                    <a:lnTo>
                      <a:pt x="12067" y="694"/>
                    </a:lnTo>
                    <a:lnTo>
                      <a:pt x="12052" y="694"/>
                    </a:lnTo>
                    <a:lnTo>
                      <a:pt x="12022" y="694"/>
                    </a:lnTo>
                    <a:lnTo>
                      <a:pt x="11886" y="634"/>
                    </a:lnTo>
                    <a:lnTo>
                      <a:pt x="11871" y="634"/>
                    </a:lnTo>
                    <a:lnTo>
                      <a:pt x="11856" y="634"/>
                    </a:lnTo>
                    <a:close/>
                    <a:moveTo>
                      <a:pt x="11298" y="423"/>
                    </a:moveTo>
                    <a:lnTo>
                      <a:pt x="10680" y="2384"/>
                    </a:lnTo>
                    <a:lnTo>
                      <a:pt x="10846" y="2429"/>
                    </a:lnTo>
                    <a:lnTo>
                      <a:pt x="11509" y="468"/>
                    </a:lnTo>
                    <a:lnTo>
                      <a:pt x="11494" y="468"/>
                    </a:lnTo>
                    <a:lnTo>
                      <a:pt x="11479" y="468"/>
                    </a:lnTo>
                    <a:lnTo>
                      <a:pt x="11404" y="468"/>
                    </a:lnTo>
                    <a:lnTo>
                      <a:pt x="11373" y="468"/>
                    </a:lnTo>
                    <a:lnTo>
                      <a:pt x="11373" y="468"/>
                    </a:lnTo>
                    <a:lnTo>
                      <a:pt x="11298" y="438"/>
                    </a:lnTo>
                    <a:close/>
                    <a:moveTo>
                      <a:pt x="10740" y="257"/>
                    </a:moveTo>
                    <a:lnTo>
                      <a:pt x="10242" y="2278"/>
                    </a:lnTo>
                    <a:lnTo>
                      <a:pt x="10423" y="2323"/>
                    </a:lnTo>
                    <a:lnTo>
                      <a:pt x="10951" y="317"/>
                    </a:lnTo>
                    <a:lnTo>
                      <a:pt x="10936" y="317"/>
                    </a:lnTo>
                    <a:lnTo>
                      <a:pt x="10891" y="317"/>
                    </a:lnTo>
                    <a:lnTo>
                      <a:pt x="10846" y="317"/>
                    </a:lnTo>
                    <a:lnTo>
                      <a:pt x="10740" y="287"/>
                    </a:lnTo>
                    <a:close/>
                    <a:moveTo>
                      <a:pt x="10167" y="136"/>
                    </a:moveTo>
                    <a:lnTo>
                      <a:pt x="9820" y="2187"/>
                    </a:lnTo>
                    <a:lnTo>
                      <a:pt x="9986" y="2218"/>
                    </a:lnTo>
                    <a:lnTo>
                      <a:pt x="10393" y="181"/>
                    </a:lnTo>
                    <a:lnTo>
                      <a:pt x="10227" y="151"/>
                    </a:lnTo>
                    <a:lnTo>
                      <a:pt x="10197" y="151"/>
                    </a:lnTo>
                    <a:lnTo>
                      <a:pt x="10167" y="151"/>
                    </a:lnTo>
                    <a:close/>
                    <a:moveTo>
                      <a:pt x="9594" y="61"/>
                    </a:moveTo>
                    <a:lnTo>
                      <a:pt x="9382" y="2142"/>
                    </a:lnTo>
                    <a:lnTo>
                      <a:pt x="9548" y="2157"/>
                    </a:lnTo>
                    <a:lnTo>
                      <a:pt x="9820" y="106"/>
                    </a:lnTo>
                    <a:lnTo>
                      <a:pt x="9775" y="106"/>
                    </a:lnTo>
                    <a:lnTo>
                      <a:pt x="9714" y="106"/>
                    </a:lnTo>
                    <a:lnTo>
                      <a:pt x="9639" y="91"/>
                    </a:lnTo>
                    <a:lnTo>
                      <a:pt x="9594" y="91"/>
                    </a:lnTo>
                    <a:close/>
                    <a:moveTo>
                      <a:pt x="9005" y="30"/>
                    </a:moveTo>
                    <a:lnTo>
                      <a:pt x="8930" y="2097"/>
                    </a:lnTo>
                    <a:lnTo>
                      <a:pt x="9111" y="2097"/>
                    </a:lnTo>
                    <a:lnTo>
                      <a:pt x="9232" y="30"/>
                    </a:lnTo>
                    <a:lnTo>
                      <a:pt x="9186" y="30"/>
                    </a:lnTo>
                    <a:lnTo>
                      <a:pt x="8990" y="30"/>
                    </a:lnTo>
                    <a:close/>
                  </a:path>
                </a:pathLst>
              </a:custGeom>
              <a:gradFill>
                <a:gsLst>
                  <a:gs pos="0">
                    <a:schemeClr val="accent2"/>
                  </a:gs>
                  <a:gs pos="50000">
                    <a:schemeClr val="accent3"/>
                  </a:gs>
                  <a:gs pos="100000">
                    <a:schemeClr val="accent4"/>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59" name="Google Shape;59;p2"/>
              <p:cNvSpPr/>
              <p:nvPr/>
            </p:nvSpPr>
            <p:spPr>
              <a:xfrm rot="5400000">
                <a:off x="-801485" y="1247428"/>
                <a:ext cx="294328" cy="818523"/>
              </a:xfrm>
              <a:custGeom>
                <a:rect b="b" l="l" r="r" t="t"/>
                <a:pathLst>
                  <a:path extrusionOk="0" h="19339" w="6954">
                    <a:moveTo>
                      <a:pt x="6456" y="19338"/>
                    </a:moveTo>
                    <a:cubicBezTo>
                      <a:pt x="2549" y="17709"/>
                      <a:pt x="0" y="13893"/>
                      <a:pt x="0" y="9670"/>
                    </a:cubicBezTo>
                    <a:cubicBezTo>
                      <a:pt x="0" y="5431"/>
                      <a:pt x="2549" y="1615"/>
                      <a:pt x="6456" y="1"/>
                    </a:cubicBezTo>
                    <a:lnTo>
                      <a:pt x="6954" y="1192"/>
                    </a:lnTo>
                    <a:cubicBezTo>
                      <a:pt x="3515" y="2610"/>
                      <a:pt x="1282" y="5959"/>
                      <a:pt x="1282" y="9670"/>
                    </a:cubicBezTo>
                    <a:cubicBezTo>
                      <a:pt x="1282" y="13380"/>
                      <a:pt x="3515" y="16729"/>
                      <a:pt x="6954" y="18147"/>
                    </a:cubicBezTo>
                    <a:close/>
                  </a:path>
                </a:pathLst>
              </a:custGeom>
              <a:gradFill>
                <a:gsLst>
                  <a:gs pos="0">
                    <a:schemeClr val="accent2"/>
                  </a:gs>
                  <a:gs pos="50000">
                    <a:schemeClr val="accent3"/>
                  </a:gs>
                  <a:gs pos="100000">
                    <a:schemeClr val="accent4"/>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60" name="Google Shape;60;p2"/>
              <p:cNvSpPr/>
              <p:nvPr/>
            </p:nvSpPr>
            <p:spPr>
              <a:xfrm rot="5400000">
                <a:off x="-1005788" y="2043561"/>
                <a:ext cx="294328" cy="409918"/>
              </a:xfrm>
              <a:custGeom>
                <a:rect b="b" l="l" r="r" t="t"/>
                <a:pathLst>
                  <a:path extrusionOk="0" h="9685" w="6954">
                    <a:moveTo>
                      <a:pt x="498" y="9684"/>
                    </a:moveTo>
                    <a:lnTo>
                      <a:pt x="0" y="8493"/>
                    </a:lnTo>
                    <a:cubicBezTo>
                      <a:pt x="3424" y="7075"/>
                      <a:pt x="5657" y="3726"/>
                      <a:pt x="5657" y="1"/>
                    </a:cubicBezTo>
                    <a:lnTo>
                      <a:pt x="6939" y="1"/>
                    </a:lnTo>
                    <a:cubicBezTo>
                      <a:pt x="6954" y="4239"/>
                      <a:pt x="4405" y="8055"/>
                      <a:pt x="498" y="9684"/>
                    </a:cubicBezTo>
                    <a:close/>
                  </a:path>
                </a:pathLst>
              </a:custGeom>
              <a:gradFill>
                <a:gsLst>
                  <a:gs pos="0">
                    <a:schemeClr val="accent2"/>
                  </a:gs>
                  <a:gs pos="50000">
                    <a:schemeClr val="accent3"/>
                  </a:gs>
                  <a:gs pos="100000">
                    <a:schemeClr val="accent4"/>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grpSp>
        <p:sp>
          <p:nvSpPr>
            <p:cNvPr id="61" name="Google Shape;61;p2"/>
            <p:cNvSpPr/>
            <p:nvPr/>
          </p:nvSpPr>
          <p:spPr>
            <a:xfrm>
              <a:off x="-1154300" y="1435713"/>
              <a:ext cx="1019100" cy="1019100"/>
            </a:xfrm>
            <a:prstGeom prst="ellipse">
              <a:avLst/>
            </a:prstGeom>
            <a:solidFill>
              <a:srgbClr val="D9A3F3">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67"/>
                <a:buFont typeface="Arial"/>
                <a:buNone/>
              </a:pPr>
              <a:r>
                <a:t/>
              </a:r>
              <a:endParaRPr b="0" i="0" sz="1867" u="none" cap="none" strike="noStrike">
                <a:solidFill>
                  <a:schemeClr val="dk1"/>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8" name="Shape 68"/>
        <p:cNvGrpSpPr/>
        <p:nvPr/>
      </p:nvGrpSpPr>
      <p:grpSpPr>
        <a:xfrm>
          <a:off x="0" y="0"/>
          <a:ext cx="0" cy="0"/>
          <a:chOff x="0" y="0"/>
          <a:chExt cx="0" cy="0"/>
        </a:xfrm>
      </p:grpSpPr>
      <p:sp>
        <p:nvSpPr>
          <p:cNvPr id="69" name="Google Shape;69;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4" name="Shape 74"/>
        <p:cNvGrpSpPr/>
        <p:nvPr/>
      </p:nvGrpSpPr>
      <p:grpSpPr>
        <a:xfrm>
          <a:off x="0" y="0"/>
          <a:ext cx="0" cy="0"/>
          <a:chOff x="0" y="0"/>
          <a:chExt cx="0" cy="0"/>
        </a:xfrm>
      </p:grpSpPr>
      <p:sp>
        <p:nvSpPr>
          <p:cNvPr id="75" name="Google Shape;75;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77" name="Google Shape;7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0" name="Shape 80"/>
        <p:cNvGrpSpPr/>
        <p:nvPr/>
      </p:nvGrpSpPr>
      <p:grpSpPr>
        <a:xfrm>
          <a:off x="0" y="0"/>
          <a:ext cx="0" cy="0"/>
          <a:chOff x="0" y="0"/>
          <a:chExt cx="0" cy="0"/>
        </a:xfrm>
      </p:grpSpPr>
      <p:sp>
        <p:nvSpPr>
          <p:cNvPr id="81" name="Google Shape;81;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83" name="Google Shape;83;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6" name="Shape 86"/>
        <p:cNvGrpSpPr/>
        <p:nvPr/>
      </p:nvGrpSpPr>
      <p:grpSpPr>
        <a:xfrm>
          <a:off x="0" y="0"/>
          <a:ext cx="0" cy="0"/>
          <a:chOff x="0" y="0"/>
          <a:chExt cx="0" cy="0"/>
        </a:xfrm>
      </p:grpSpPr>
      <p:sp>
        <p:nvSpPr>
          <p:cNvPr id="87" name="Google Shape;87;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3" name="Shape 93"/>
        <p:cNvGrpSpPr/>
        <p:nvPr/>
      </p:nvGrpSpPr>
      <p:grpSpPr>
        <a:xfrm>
          <a:off x="0" y="0"/>
          <a:ext cx="0" cy="0"/>
          <a:chOff x="0" y="0"/>
          <a:chExt cx="0" cy="0"/>
        </a:xfrm>
      </p:grpSpPr>
      <p:sp>
        <p:nvSpPr>
          <p:cNvPr id="94" name="Google Shape;94;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6" name="Google Shape;96;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 name="Google Shape;97;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8" name="Google Shape;98;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 name="Google Shape;9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7" name="Shape 107"/>
        <p:cNvGrpSpPr/>
        <p:nvPr/>
      </p:nvGrpSpPr>
      <p:grpSpPr>
        <a:xfrm>
          <a:off x="0" y="0"/>
          <a:ext cx="0" cy="0"/>
          <a:chOff x="0" y="0"/>
          <a:chExt cx="0" cy="0"/>
        </a:xfrm>
      </p:grpSpPr>
      <p:sp>
        <p:nvSpPr>
          <p:cNvPr id="108" name="Google Shape;108;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1" name="Shape 111"/>
        <p:cNvGrpSpPr/>
        <p:nvPr/>
      </p:nvGrpSpPr>
      <p:grpSpPr>
        <a:xfrm>
          <a:off x="0" y="0"/>
          <a:ext cx="0" cy="0"/>
          <a:chOff x="0" y="0"/>
          <a:chExt cx="0" cy="0"/>
        </a:xfrm>
      </p:grpSpPr>
      <p:sp>
        <p:nvSpPr>
          <p:cNvPr id="112" name="Google Shape;112;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1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14" name="Google Shape;114;p1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15" name="Google Shape;11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8" name="Shape 118"/>
        <p:cNvGrpSpPr/>
        <p:nvPr/>
      </p:nvGrpSpPr>
      <p:grpSpPr>
        <a:xfrm>
          <a:off x="0" y="0"/>
          <a:ext cx="0" cy="0"/>
          <a:chOff x="0" y="0"/>
          <a:chExt cx="0" cy="0"/>
        </a:xfrm>
      </p:grpSpPr>
      <p:sp>
        <p:nvSpPr>
          <p:cNvPr id="119" name="Google Shape;119;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12"/>
          <p:cNvSpPr/>
          <p:nvPr>
            <p:ph idx="2" type="pic"/>
          </p:nvPr>
        </p:nvSpPr>
        <p:spPr>
          <a:xfrm>
            <a:off x="5183188" y="987425"/>
            <a:ext cx="6172200" cy="4873625"/>
          </a:xfrm>
          <a:prstGeom prst="rect">
            <a:avLst/>
          </a:prstGeom>
          <a:noFill/>
          <a:ln>
            <a:noFill/>
          </a:ln>
        </p:spPr>
      </p:sp>
      <p:sp>
        <p:nvSpPr>
          <p:cNvPr id="121" name="Google Shape;121;p1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22" name="Google Shape;122;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5" name="Shape 125"/>
        <p:cNvGrpSpPr/>
        <p:nvPr/>
      </p:nvGrpSpPr>
      <p:grpSpPr>
        <a:xfrm>
          <a:off x="0" y="0"/>
          <a:ext cx="0" cy="0"/>
          <a:chOff x="0" y="0"/>
          <a:chExt cx="0" cy="0"/>
        </a:xfrm>
      </p:grpSpPr>
      <p:sp>
        <p:nvSpPr>
          <p:cNvPr id="126" name="Google Shape;126;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1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 name="Google Shape;128;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1" name="Shape 131"/>
        <p:cNvGrpSpPr/>
        <p:nvPr/>
      </p:nvGrpSpPr>
      <p:grpSpPr>
        <a:xfrm>
          <a:off x="0" y="0"/>
          <a:ext cx="0" cy="0"/>
          <a:chOff x="0" y="0"/>
          <a:chExt cx="0" cy="0"/>
        </a:xfrm>
      </p:grpSpPr>
      <p:sp>
        <p:nvSpPr>
          <p:cNvPr id="132" name="Google Shape;132;p1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1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 name="Google Shape;134;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2.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lt1"/>
            </a:gs>
            <a:gs pos="14000">
              <a:schemeClr val="accent5"/>
            </a:gs>
            <a:gs pos="80000">
              <a:schemeClr val="lt1"/>
            </a:gs>
            <a:gs pos="100000">
              <a:srgbClr val="611582"/>
            </a:gs>
          </a:gsLst>
          <a:lin ang="18900044" scaled="0"/>
        </a:gra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28133" y="593367"/>
            <a:ext cx="10535600" cy="7636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600"/>
              <a:buFont typeface="Nova Flat"/>
              <a:buNone/>
              <a:defRPr b="0" i="0" sz="3600" u="none" cap="none" strike="noStrike">
                <a:solidFill>
                  <a:schemeClr val="dk1"/>
                </a:solidFill>
                <a:latin typeface="Nova Flat"/>
                <a:ea typeface="Nova Flat"/>
                <a:cs typeface="Nova Flat"/>
                <a:sym typeface="Nova Flat"/>
              </a:defRPr>
            </a:lvl1pPr>
            <a:lvl2pPr lvl="1" marR="0" rtl="0" algn="l">
              <a:lnSpc>
                <a:spcPct val="100000"/>
              </a:lnSpc>
              <a:spcBef>
                <a:spcPts val="0"/>
              </a:spcBef>
              <a:spcAft>
                <a:spcPts val="0"/>
              </a:spcAft>
              <a:buClr>
                <a:schemeClr val="dk1"/>
              </a:buClr>
              <a:buSzPts val="3600"/>
              <a:buFont typeface="Lalezar"/>
              <a:buNone/>
              <a:defRPr b="0" i="0" sz="3600" u="none" cap="none" strike="noStrike">
                <a:solidFill>
                  <a:schemeClr val="dk1"/>
                </a:solidFill>
                <a:latin typeface="Lalezar"/>
                <a:ea typeface="Lalezar"/>
                <a:cs typeface="Lalezar"/>
                <a:sym typeface="Lalezar"/>
              </a:defRPr>
            </a:lvl2pPr>
            <a:lvl3pPr lvl="2" marR="0" rtl="0" algn="l">
              <a:lnSpc>
                <a:spcPct val="100000"/>
              </a:lnSpc>
              <a:spcBef>
                <a:spcPts val="0"/>
              </a:spcBef>
              <a:spcAft>
                <a:spcPts val="0"/>
              </a:spcAft>
              <a:buClr>
                <a:schemeClr val="dk1"/>
              </a:buClr>
              <a:buSzPts val="3600"/>
              <a:buFont typeface="Lalezar"/>
              <a:buNone/>
              <a:defRPr b="0" i="0" sz="3600" u="none" cap="none" strike="noStrike">
                <a:solidFill>
                  <a:schemeClr val="dk1"/>
                </a:solidFill>
                <a:latin typeface="Lalezar"/>
                <a:ea typeface="Lalezar"/>
                <a:cs typeface="Lalezar"/>
                <a:sym typeface="Lalezar"/>
              </a:defRPr>
            </a:lvl3pPr>
            <a:lvl4pPr lvl="3" marR="0" rtl="0" algn="l">
              <a:lnSpc>
                <a:spcPct val="100000"/>
              </a:lnSpc>
              <a:spcBef>
                <a:spcPts val="0"/>
              </a:spcBef>
              <a:spcAft>
                <a:spcPts val="0"/>
              </a:spcAft>
              <a:buClr>
                <a:schemeClr val="dk1"/>
              </a:buClr>
              <a:buSzPts val="3600"/>
              <a:buFont typeface="Lalezar"/>
              <a:buNone/>
              <a:defRPr b="0" i="0" sz="3600" u="none" cap="none" strike="noStrike">
                <a:solidFill>
                  <a:schemeClr val="dk1"/>
                </a:solidFill>
                <a:latin typeface="Lalezar"/>
                <a:ea typeface="Lalezar"/>
                <a:cs typeface="Lalezar"/>
                <a:sym typeface="Lalezar"/>
              </a:defRPr>
            </a:lvl4pPr>
            <a:lvl5pPr lvl="4" marR="0" rtl="0" algn="l">
              <a:lnSpc>
                <a:spcPct val="100000"/>
              </a:lnSpc>
              <a:spcBef>
                <a:spcPts val="0"/>
              </a:spcBef>
              <a:spcAft>
                <a:spcPts val="0"/>
              </a:spcAft>
              <a:buClr>
                <a:schemeClr val="dk1"/>
              </a:buClr>
              <a:buSzPts val="3600"/>
              <a:buFont typeface="Lalezar"/>
              <a:buNone/>
              <a:defRPr b="0" i="0" sz="3600" u="none" cap="none" strike="noStrike">
                <a:solidFill>
                  <a:schemeClr val="dk1"/>
                </a:solidFill>
                <a:latin typeface="Lalezar"/>
                <a:ea typeface="Lalezar"/>
                <a:cs typeface="Lalezar"/>
                <a:sym typeface="Lalezar"/>
              </a:defRPr>
            </a:lvl5pPr>
            <a:lvl6pPr lvl="5" marR="0" rtl="0" algn="l">
              <a:lnSpc>
                <a:spcPct val="100000"/>
              </a:lnSpc>
              <a:spcBef>
                <a:spcPts val="0"/>
              </a:spcBef>
              <a:spcAft>
                <a:spcPts val="0"/>
              </a:spcAft>
              <a:buClr>
                <a:schemeClr val="dk1"/>
              </a:buClr>
              <a:buSzPts val="3600"/>
              <a:buFont typeface="Lalezar"/>
              <a:buNone/>
              <a:defRPr b="0" i="0" sz="3600" u="none" cap="none" strike="noStrike">
                <a:solidFill>
                  <a:schemeClr val="dk1"/>
                </a:solidFill>
                <a:latin typeface="Lalezar"/>
                <a:ea typeface="Lalezar"/>
                <a:cs typeface="Lalezar"/>
                <a:sym typeface="Lalezar"/>
              </a:defRPr>
            </a:lvl6pPr>
            <a:lvl7pPr lvl="6" marR="0" rtl="0" algn="l">
              <a:lnSpc>
                <a:spcPct val="100000"/>
              </a:lnSpc>
              <a:spcBef>
                <a:spcPts val="0"/>
              </a:spcBef>
              <a:spcAft>
                <a:spcPts val="0"/>
              </a:spcAft>
              <a:buClr>
                <a:schemeClr val="dk1"/>
              </a:buClr>
              <a:buSzPts val="3600"/>
              <a:buFont typeface="Lalezar"/>
              <a:buNone/>
              <a:defRPr b="0" i="0" sz="3600" u="none" cap="none" strike="noStrike">
                <a:solidFill>
                  <a:schemeClr val="dk1"/>
                </a:solidFill>
                <a:latin typeface="Lalezar"/>
                <a:ea typeface="Lalezar"/>
                <a:cs typeface="Lalezar"/>
                <a:sym typeface="Lalezar"/>
              </a:defRPr>
            </a:lvl7pPr>
            <a:lvl8pPr lvl="7" marR="0" rtl="0" algn="l">
              <a:lnSpc>
                <a:spcPct val="100000"/>
              </a:lnSpc>
              <a:spcBef>
                <a:spcPts val="0"/>
              </a:spcBef>
              <a:spcAft>
                <a:spcPts val="0"/>
              </a:spcAft>
              <a:buClr>
                <a:schemeClr val="dk1"/>
              </a:buClr>
              <a:buSzPts val="3600"/>
              <a:buFont typeface="Lalezar"/>
              <a:buNone/>
              <a:defRPr b="0" i="0" sz="3600" u="none" cap="none" strike="noStrike">
                <a:solidFill>
                  <a:schemeClr val="dk1"/>
                </a:solidFill>
                <a:latin typeface="Lalezar"/>
                <a:ea typeface="Lalezar"/>
                <a:cs typeface="Lalezar"/>
                <a:sym typeface="Lalezar"/>
              </a:defRPr>
            </a:lvl8pPr>
            <a:lvl9pPr lvl="8" marR="0" rtl="0" algn="l">
              <a:lnSpc>
                <a:spcPct val="100000"/>
              </a:lnSpc>
              <a:spcBef>
                <a:spcPts val="0"/>
              </a:spcBef>
              <a:spcAft>
                <a:spcPts val="0"/>
              </a:spcAft>
              <a:buClr>
                <a:schemeClr val="dk1"/>
              </a:buClr>
              <a:buSzPts val="3600"/>
              <a:buFont typeface="Lalezar"/>
              <a:buNone/>
              <a:defRPr b="0" i="0" sz="3600" u="none" cap="none" strike="noStrike">
                <a:solidFill>
                  <a:schemeClr val="dk1"/>
                </a:solidFill>
                <a:latin typeface="Lalezar"/>
                <a:ea typeface="Lalezar"/>
                <a:cs typeface="Lalezar"/>
                <a:sym typeface="Lalezar"/>
              </a:defRPr>
            </a:lvl9pPr>
          </a:lstStyle>
          <a:p/>
        </p:txBody>
      </p:sp>
      <p:sp>
        <p:nvSpPr>
          <p:cNvPr id="11" name="Google Shape;11;p1"/>
          <p:cNvSpPr txBox="1"/>
          <p:nvPr>
            <p:ph idx="1" type="body"/>
          </p:nvPr>
        </p:nvSpPr>
        <p:spPr>
          <a:xfrm>
            <a:off x="828133" y="1536633"/>
            <a:ext cx="10535600" cy="4555200"/>
          </a:xfrm>
          <a:prstGeom prst="rect">
            <a:avLst/>
          </a:prstGeom>
          <a:noFill/>
          <a:ln>
            <a:noFill/>
          </a:ln>
        </p:spPr>
        <p:txBody>
          <a:bodyPr anchorCtr="0" anchor="t" bIns="91425" lIns="91425" spcFirstLastPara="1" rIns="91425" wrap="square" tIns="91425">
            <a:noAutofit/>
          </a:bodyPr>
          <a:lstStyle>
            <a:lvl1pPr indent="-330200" lvl="0" marL="457200" marR="0" rtl="0" algn="l">
              <a:lnSpc>
                <a:spcPct val="115000"/>
              </a:lnSpc>
              <a:spcBef>
                <a:spcPts val="0"/>
              </a:spcBef>
              <a:spcAft>
                <a:spcPts val="0"/>
              </a:spcAft>
              <a:buClr>
                <a:schemeClr val="dk1"/>
              </a:buClr>
              <a:buSzPts val="1600"/>
              <a:buFont typeface="Barlow"/>
              <a:buChar char="●"/>
              <a:defRPr b="0" i="0" sz="1600" u="none" cap="none" strike="noStrike">
                <a:solidFill>
                  <a:schemeClr val="dk1"/>
                </a:solidFill>
                <a:latin typeface="Barlow"/>
                <a:ea typeface="Barlow"/>
                <a:cs typeface="Barlow"/>
                <a:sym typeface="Barlow"/>
              </a:defRPr>
            </a:lvl1pPr>
            <a:lvl2pPr indent="-330200" lvl="1" marL="914400" marR="0" rtl="0" algn="l">
              <a:lnSpc>
                <a:spcPct val="115000"/>
              </a:lnSpc>
              <a:spcBef>
                <a:spcPts val="0"/>
              </a:spcBef>
              <a:spcAft>
                <a:spcPts val="0"/>
              </a:spcAft>
              <a:buClr>
                <a:schemeClr val="dk1"/>
              </a:buClr>
              <a:buSzPts val="1600"/>
              <a:buFont typeface="Barlow"/>
              <a:buChar char="○"/>
              <a:defRPr b="0" i="0" sz="1600" u="none" cap="none" strike="noStrike">
                <a:solidFill>
                  <a:schemeClr val="dk1"/>
                </a:solidFill>
                <a:latin typeface="Barlow"/>
                <a:ea typeface="Barlow"/>
                <a:cs typeface="Barlow"/>
                <a:sym typeface="Barlow"/>
              </a:defRPr>
            </a:lvl2pPr>
            <a:lvl3pPr indent="-330200" lvl="2" marL="1371600" marR="0" rtl="0" algn="l">
              <a:lnSpc>
                <a:spcPct val="115000"/>
              </a:lnSpc>
              <a:spcBef>
                <a:spcPts val="0"/>
              </a:spcBef>
              <a:spcAft>
                <a:spcPts val="0"/>
              </a:spcAft>
              <a:buClr>
                <a:schemeClr val="dk1"/>
              </a:buClr>
              <a:buSzPts val="1600"/>
              <a:buFont typeface="Barlow"/>
              <a:buChar char="■"/>
              <a:defRPr b="0" i="0" sz="1600" u="none" cap="none" strike="noStrike">
                <a:solidFill>
                  <a:schemeClr val="dk1"/>
                </a:solidFill>
                <a:latin typeface="Barlow"/>
                <a:ea typeface="Barlow"/>
                <a:cs typeface="Barlow"/>
                <a:sym typeface="Barlow"/>
              </a:defRPr>
            </a:lvl3pPr>
            <a:lvl4pPr indent="-330200" lvl="3" marL="1828800" marR="0" rtl="0" algn="l">
              <a:lnSpc>
                <a:spcPct val="115000"/>
              </a:lnSpc>
              <a:spcBef>
                <a:spcPts val="0"/>
              </a:spcBef>
              <a:spcAft>
                <a:spcPts val="0"/>
              </a:spcAft>
              <a:buClr>
                <a:schemeClr val="dk1"/>
              </a:buClr>
              <a:buSzPts val="1600"/>
              <a:buFont typeface="Barlow"/>
              <a:buChar char="●"/>
              <a:defRPr b="0" i="0" sz="1600" u="none" cap="none" strike="noStrike">
                <a:solidFill>
                  <a:schemeClr val="dk1"/>
                </a:solidFill>
                <a:latin typeface="Barlow"/>
                <a:ea typeface="Barlow"/>
                <a:cs typeface="Barlow"/>
                <a:sym typeface="Barlow"/>
              </a:defRPr>
            </a:lvl4pPr>
            <a:lvl5pPr indent="-330200" lvl="4" marL="2286000" marR="0" rtl="0" algn="l">
              <a:lnSpc>
                <a:spcPct val="115000"/>
              </a:lnSpc>
              <a:spcBef>
                <a:spcPts val="0"/>
              </a:spcBef>
              <a:spcAft>
                <a:spcPts val="0"/>
              </a:spcAft>
              <a:buClr>
                <a:schemeClr val="dk1"/>
              </a:buClr>
              <a:buSzPts val="1600"/>
              <a:buFont typeface="Barlow"/>
              <a:buChar char="○"/>
              <a:defRPr b="0" i="0" sz="1600" u="none" cap="none" strike="noStrike">
                <a:solidFill>
                  <a:schemeClr val="dk1"/>
                </a:solidFill>
                <a:latin typeface="Barlow"/>
                <a:ea typeface="Barlow"/>
                <a:cs typeface="Barlow"/>
                <a:sym typeface="Barlow"/>
              </a:defRPr>
            </a:lvl5pPr>
            <a:lvl6pPr indent="-330200" lvl="5" marL="2743200" marR="0" rtl="0" algn="l">
              <a:lnSpc>
                <a:spcPct val="115000"/>
              </a:lnSpc>
              <a:spcBef>
                <a:spcPts val="0"/>
              </a:spcBef>
              <a:spcAft>
                <a:spcPts val="0"/>
              </a:spcAft>
              <a:buClr>
                <a:schemeClr val="dk1"/>
              </a:buClr>
              <a:buSzPts val="1600"/>
              <a:buFont typeface="Barlow"/>
              <a:buChar char="■"/>
              <a:defRPr b="0" i="0" sz="1600" u="none" cap="none" strike="noStrike">
                <a:solidFill>
                  <a:schemeClr val="dk1"/>
                </a:solidFill>
                <a:latin typeface="Barlow"/>
                <a:ea typeface="Barlow"/>
                <a:cs typeface="Barlow"/>
                <a:sym typeface="Barlow"/>
              </a:defRPr>
            </a:lvl6pPr>
            <a:lvl7pPr indent="-330200" lvl="6" marL="3200400" marR="0" rtl="0" algn="l">
              <a:lnSpc>
                <a:spcPct val="115000"/>
              </a:lnSpc>
              <a:spcBef>
                <a:spcPts val="0"/>
              </a:spcBef>
              <a:spcAft>
                <a:spcPts val="0"/>
              </a:spcAft>
              <a:buClr>
                <a:schemeClr val="dk1"/>
              </a:buClr>
              <a:buSzPts val="1600"/>
              <a:buFont typeface="Barlow"/>
              <a:buChar char="●"/>
              <a:defRPr b="0" i="0" sz="1600" u="none" cap="none" strike="noStrike">
                <a:solidFill>
                  <a:schemeClr val="dk1"/>
                </a:solidFill>
                <a:latin typeface="Barlow"/>
                <a:ea typeface="Barlow"/>
                <a:cs typeface="Barlow"/>
                <a:sym typeface="Barlow"/>
              </a:defRPr>
            </a:lvl7pPr>
            <a:lvl8pPr indent="-330200" lvl="7" marL="3657600" marR="0" rtl="0" algn="l">
              <a:lnSpc>
                <a:spcPct val="115000"/>
              </a:lnSpc>
              <a:spcBef>
                <a:spcPts val="0"/>
              </a:spcBef>
              <a:spcAft>
                <a:spcPts val="0"/>
              </a:spcAft>
              <a:buClr>
                <a:schemeClr val="dk1"/>
              </a:buClr>
              <a:buSzPts val="1600"/>
              <a:buFont typeface="Barlow"/>
              <a:buChar char="○"/>
              <a:defRPr b="0" i="0" sz="1600" u="none" cap="none" strike="noStrike">
                <a:solidFill>
                  <a:schemeClr val="dk1"/>
                </a:solidFill>
                <a:latin typeface="Barlow"/>
                <a:ea typeface="Barlow"/>
                <a:cs typeface="Barlow"/>
                <a:sym typeface="Barlow"/>
              </a:defRPr>
            </a:lvl8pPr>
            <a:lvl9pPr indent="-330200" lvl="8" marL="4114800" marR="0" rtl="0" algn="l">
              <a:lnSpc>
                <a:spcPct val="115000"/>
              </a:lnSpc>
              <a:spcBef>
                <a:spcPts val="0"/>
              </a:spcBef>
              <a:spcAft>
                <a:spcPts val="0"/>
              </a:spcAft>
              <a:buClr>
                <a:schemeClr val="dk1"/>
              </a:buClr>
              <a:buSzPts val="1600"/>
              <a:buFont typeface="Barlow"/>
              <a:buChar char="■"/>
              <a:defRPr b="0" i="0" sz="1600" u="none" cap="none" strike="noStrike">
                <a:solidFill>
                  <a:schemeClr val="dk1"/>
                </a:solidFill>
                <a:latin typeface="Barlow"/>
                <a:ea typeface="Barlow"/>
                <a:cs typeface="Barlow"/>
                <a:sym typeface="Barlow"/>
              </a:defRPr>
            </a:lvl9pPr>
          </a:lstStyle>
          <a:p/>
        </p:txBody>
      </p:sp>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 name="Shape 62"/>
        <p:cNvGrpSpPr/>
        <p:nvPr/>
      </p:nvGrpSpPr>
      <p:grpSpPr>
        <a:xfrm>
          <a:off x="0" y="0"/>
          <a:ext cx="0" cy="0"/>
          <a:chOff x="0" y="0"/>
          <a:chExt cx="0" cy="0"/>
        </a:xfrm>
      </p:grpSpPr>
      <p:sp>
        <p:nvSpPr>
          <p:cNvPr id="63" name="Google Shape;63;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4" name="Google Shape;64;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5" name="Google Shape;65;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6" name="Google Shape;66;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7" name="Google Shape;67;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0.png"/><Relationship Id="rId6" Type="http://schemas.openxmlformats.org/officeDocument/2006/relationships/image" Target="../media/image5.png"/><Relationship Id="rId7"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5"/>
          <p:cNvSpPr/>
          <p:nvPr/>
        </p:nvSpPr>
        <p:spPr>
          <a:xfrm>
            <a:off x="5842232" y="224063"/>
            <a:ext cx="1358800" cy="1358800"/>
          </a:xfrm>
          <a:prstGeom prst="ellipse">
            <a:avLst/>
          </a:prstGeom>
          <a:solidFill>
            <a:srgbClr val="D9A3F3">
              <a:alpha val="40000"/>
            </a:srgb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9" u="none" cap="none" strike="noStrike">
              <a:solidFill>
                <a:srgbClr val="000000"/>
              </a:solidFill>
              <a:latin typeface="Arial"/>
              <a:ea typeface="Arial"/>
              <a:cs typeface="Arial"/>
              <a:sym typeface="Arial"/>
            </a:endParaRPr>
          </a:p>
        </p:txBody>
      </p:sp>
      <p:sp>
        <p:nvSpPr>
          <p:cNvPr id="142" name="Google Shape;142;p15"/>
          <p:cNvSpPr txBox="1"/>
          <p:nvPr>
            <p:ph type="ctrTitle"/>
          </p:nvPr>
        </p:nvSpPr>
        <p:spPr>
          <a:xfrm>
            <a:off x="0" y="1956033"/>
            <a:ext cx="12192000" cy="24484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5200"/>
              <a:buFont typeface="Arial"/>
              <a:buNone/>
            </a:pPr>
            <a:r>
              <a:rPr b="1" i="0" lang="en-US" sz="7200" u="none" cap="none" strike="noStrike">
                <a:solidFill>
                  <a:srgbClr val="FFC000"/>
                </a:solidFill>
                <a:latin typeface="Barlow Condensed"/>
                <a:ea typeface="Barlow Condensed"/>
                <a:cs typeface="Barlow Condensed"/>
                <a:sym typeface="Barlow Condensed"/>
              </a:rPr>
              <a:t>CMPE 103</a:t>
            </a:r>
            <a:br>
              <a:rPr b="1" i="0" lang="en-US" sz="7200" u="none" cap="none" strike="noStrike">
                <a:solidFill>
                  <a:srgbClr val="FFC000"/>
                </a:solidFill>
                <a:latin typeface="Barlow Condensed"/>
                <a:ea typeface="Barlow Condensed"/>
                <a:cs typeface="Barlow Condensed"/>
                <a:sym typeface="Barlow Condensed"/>
              </a:rPr>
            </a:br>
            <a:r>
              <a:rPr b="1" i="0" lang="en-US" sz="7200" u="none" cap="none" strike="noStrike">
                <a:solidFill>
                  <a:srgbClr val="FFC000"/>
                </a:solidFill>
                <a:latin typeface="Barlow Condensed"/>
                <a:ea typeface="Barlow Condensed"/>
                <a:cs typeface="Barlow Condensed"/>
                <a:sym typeface="Barlow Condensed"/>
              </a:rPr>
              <a:t>Module 6</a:t>
            </a:r>
            <a:br>
              <a:rPr b="1" i="0" lang="en-US" sz="7200" u="none" cap="none" strike="noStrike">
                <a:solidFill>
                  <a:srgbClr val="FFC000"/>
                </a:solidFill>
                <a:latin typeface="Barlow Condensed"/>
                <a:ea typeface="Barlow Condensed"/>
                <a:cs typeface="Barlow Condensed"/>
                <a:sym typeface="Barlow Condensed"/>
              </a:rPr>
            </a:br>
            <a:r>
              <a:rPr b="1" i="0" lang="en-US" sz="7200" u="none" cap="none" strike="noStrike">
                <a:solidFill>
                  <a:srgbClr val="FFC000"/>
                </a:solidFill>
                <a:latin typeface="Barlow Condensed"/>
                <a:ea typeface="Barlow Condensed"/>
                <a:cs typeface="Barlow Condensed"/>
                <a:sym typeface="Barlow Condensed"/>
              </a:rPr>
              <a:t>ABSTRACTION AND ENCAPSULATION</a:t>
            </a:r>
            <a:endParaRPr b="1" i="0" sz="7200" u="none" cap="none" strike="noStrike">
              <a:solidFill>
                <a:srgbClr val="FFC000"/>
              </a:solidFill>
              <a:latin typeface="Barlow Condensed"/>
              <a:ea typeface="Barlow Condensed"/>
              <a:cs typeface="Barlow Condensed"/>
              <a:sym typeface="Barlow Condensed"/>
            </a:endParaRPr>
          </a:p>
        </p:txBody>
      </p:sp>
      <p:sp>
        <p:nvSpPr>
          <p:cNvPr id="143" name="Google Shape;143;p15"/>
          <p:cNvSpPr/>
          <p:nvPr/>
        </p:nvSpPr>
        <p:spPr>
          <a:xfrm>
            <a:off x="294884" y="4573167"/>
            <a:ext cx="1135165" cy="1135931"/>
          </a:xfrm>
          <a:custGeom>
            <a:rect b="b" l="l" r="r" t="t"/>
            <a:pathLst>
              <a:path extrusionOk="0" h="22295" w="22280">
                <a:moveTo>
                  <a:pt x="0" y="2187"/>
                </a:moveTo>
                <a:lnTo>
                  <a:pt x="2172" y="0"/>
                </a:lnTo>
                <a:lnTo>
                  <a:pt x="22279" y="20107"/>
                </a:lnTo>
                <a:lnTo>
                  <a:pt x="20092" y="22294"/>
                </a:lnTo>
                <a:close/>
              </a:path>
            </a:pathLst>
          </a:custGeom>
          <a:gradFill>
            <a:gsLst>
              <a:gs pos="0">
                <a:schemeClr val="accent2"/>
              </a:gs>
              <a:gs pos="50000">
                <a:schemeClr val="accent3"/>
              </a:gs>
              <a:gs pos="100000">
                <a:schemeClr val="accent4"/>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9" u="none" cap="none" strike="noStrike">
              <a:solidFill>
                <a:srgbClr val="000000"/>
              </a:solidFill>
              <a:latin typeface="Arial"/>
              <a:ea typeface="Arial"/>
              <a:cs typeface="Arial"/>
              <a:sym typeface="Arial"/>
            </a:endParaRPr>
          </a:p>
        </p:txBody>
      </p:sp>
      <p:grpSp>
        <p:nvGrpSpPr>
          <p:cNvPr id="144" name="Google Shape;144;p15"/>
          <p:cNvGrpSpPr/>
          <p:nvPr/>
        </p:nvGrpSpPr>
        <p:grpSpPr>
          <a:xfrm>
            <a:off x="5921069" y="305862"/>
            <a:ext cx="1201127" cy="1195201"/>
            <a:chOff x="7498900" y="3716375"/>
            <a:chExt cx="532100" cy="529475"/>
          </a:xfrm>
        </p:grpSpPr>
        <p:sp>
          <p:nvSpPr>
            <p:cNvPr id="145" name="Google Shape;145;p15"/>
            <p:cNvSpPr/>
            <p:nvPr/>
          </p:nvSpPr>
          <p:spPr>
            <a:xfrm>
              <a:off x="7498900" y="3716375"/>
              <a:ext cx="520800" cy="529475"/>
            </a:xfrm>
            <a:custGeom>
              <a:rect b="b" l="l" r="r" t="t"/>
              <a:pathLst>
                <a:path extrusionOk="0" h="21179" w="20832">
                  <a:moveTo>
                    <a:pt x="10816" y="20831"/>
                  </a:moveTo>
                  <a:cubicBezTo>
                    <a:pt x="6758" y="20831"/>
                    <a:pt x="3108" y="18388"/>
                    <a:pt x="1554" y="14647"/>
                  </a:cubicBezTo>
                  <a:cubicBezTo>
                    <a:pt x="0" y="10906"/>
                    <a:pt x="860" y="6592"/>
                    <a:pt x="3726" y="3726"/>
                  </a:cubicBezTo>
                  <a:cubicBezTo>
                    <a:pt x="6592" y="860"/>
                    <a:pt x="10906" y="0"/>
                    <a:pt x="14647" y="1554"/>
                  </a:cubicBezTo>
                  <a:cubicBezTo>
                    <a:pt x="18388" y="3108"/>
                    <a:pt x="20831" y="6758"/>
                    <a:pt x="20831" y="10816"/>
                  </a:cubicBezTo>
                  <a:cubicBezTo>
                    <a:pt x="20831" y="16336"/>
                    <a:pt x="16336" y="20831"/>
                    <a:pt x="10816" y="20831"/>
                  </a:cubicBezTo>
                  <a:close/>
                  <a:moveTo>
                    <a:pt x="10816" y="1192"/>
                  </a:moveTo>
                  <a:cubicBezTo>
                    <a:pt x="6924" y="1192"/>
                    <a:pt x="3409" y="3530"/>
                    <a:pt x="1931" y="7120"/>
                  </a:cubicBezTo>
                  <a:cubicBezTo>
                    <a:pt x="438" y="10710"/>
                    <a:pt x="1267" y="14858"/>
                    <a:pt x="4013" y="17603"/>
                  </a:cubicBezTo>
                  <a:cubicBezTo>
                    <a:pt x="6758" y="20349"/>
                    <a:pt x="10891" y="21178"/>
                    <a:pt x="14496" y="19685"/>
                  </a:cubicBezTo>
                  <a:cubicBezTo>
                    <a:pt x="18086" y="18207"/>
                    <a:pt x="20424" y="14692"/>
                    <a:pt x="20424" y="10801"/>
                  </a:cubicBezTo>
                  <a:cubicBezTo>
                    <a:pt x="20424" y="5491"/>
                    <a:pt x="16110" y="1192"/>
                    <a:pt x="10816" y="1192"/>
                  </a:cubicBezTo>
                  <a:close/>
                </a:path>
              </a:pathLst>
            </a:custGeom>
            <a:solidFill>
              <a:schemeClr val="accen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9" u="none" cap="none" strike="noStrike">
                <a:solidFill>
                  <a:srgbClr val="000000"/>
                </a:solidFill>
                <a:latin typeface="Arial"/>
                <a:ea typeface="Arial"/>
                <a:cs typeface="Arial"/>
                <a:sym typeface="Arial"/>
              </a:endParaRPr>
            </a:p>
          </p:txBody>
        </p:sp>
        <p:sp>
          <p:nvSpPr>
            <p:cNvPr id="146" name="Google Shape;146;p15"/>
            <p:cNvSpPr/>
            <p:nvPr/>
          </p:nvSpPr>
          <p:spPr>
            <a:xfrm>
              <a:off x="7552075" y="3769550"/>
              <a:ext cx="434050" cy="434425"/>
            </a:xfrm>
            <a:custGeom>
              <a:rect b="b" l="l" r="r" t="t"/>
              <a:pathLst>
                <a:path extrusionOk="0" h="17377" w="17362">
                  <a:moveTo>
                    <a:pt x="8689" y="0"/>
                  </a:moveTo>
                  <a:lnTo>
                    <a:pt x="8447" y="0"/>
                  </a:lnTo>
                  <a:lnTo>
                    <a:pt x="8508" y="2082"/>
                  </a:lnTo>
                  <a:lnTo>
                    <a:pt x="8689" y="2082"/>
                  </a:lnTo>
                  <a:close/>
                  <a:moveTo>
                    <a:pt x="8100" y="30"/>
                  </a:moveTo>
                  <a:lnTo>
                    <a:pt x="8025" y="30"/>
                  </a:lnTo>
                  <a:lnTo>
                    <a:pt x="7995" y="30"/>
                  </a:lnTo>
                  <a:lnTo>
                    <a:pt x="7859" y="30"/>
                  </a:lnTo>
                  <a:lnTo>
                    <a:pt x="8055" y="2112"/>
                  </a:lnTo>
                  <a:lnTo>
                    <a:pt x="8236" y="2097"/>
                  </a:lnTo>
                  <a:lnTo>
                    <a:pt x="8085" y="15"/>
                  </a:lnTo>
                  <a:close/>
                  <a:moveTo>
                    <a:pt x="7512" y="76"/>
                  </a:moveTo>
                  <a:lnTo>
                    <a:pt x="7376" y="106"/>
                  </a:lnTo>
                  <a:lnTo>
                    <a:pt x="7346" y="106"/>
                  </a:lnTo>
                  <a:lnTo>
                    <a:pt x="7286" y="106"/>
                  </a:lnTo>
                  <a:lnTo>
                    <a:pt x="7618" y="2157"/>
                  </a:lnTo>
                  <a:lnTo>
                    <a:pt x="7783" y="2127"/>
                  </a:lnTo>
                  <a:lnTo>
                    <a:pt x="7512" y="76"/>
                  </a:lnTo>
                  <a:close/>
                  <a:moveTo>
                    <a:pt x="6939" y="181"/>
                  </a:moveTo>
                  <a:lnTo>
                    <a:pt x="6909" y="181"/>
                  </a:lnTo>
                  <a:lnTo>
                    <a:pt x="6878" y="181"/>
                  </a:lnTo>
                  <a:lnTo>
                    <a:pt x="6713" y="211"/>
                  </a:lnTo>
                  <a:lnTo>
                    <a:pt x="6713" y="211"/>
                  </a:lnTo>
                  <a:lnTo>
                    <a:pt x="7180" y="2233"/>
                  </a:lnTo>
                  <a:lnTo>
                    <a:pt x="7361" y="2203"/>
                  </a:lnTo>
                  <a:lnTo>
                    <a:pt x="6939" y="166"/>
                  </a:lnTo>
                  <a:close/>
                  <a:moveTo>
                    <a:pt x="6366" y="317"/>
                  </a:moveTo>
                  <a:lnTo>
                    <a:pt x="6139" y="377"/>
                  </a:lnTo>
                  <a:lnTo>
                    <a:pt x="6758" y="2368"/>
                  </a:lnTo>
                  <a:lnTo>
                    <a:pt x="6924" y="2323"/>
                  </a:lnTo>
                  <a:close/>
                  <a:moveTo>
                    <a:pt x="5808" y="498"/>
                  </a:moveTo>
                  <a:cubicBezTo>
                    <a:pt x="5732" y="513"/>
                    <a:pt x="5657" y="543"/>
                    <a:pt x="5581" y="573"/>
                  </a:cubicBezTo>
                  <a:lnTo>
                    <a:pt x="6320" y="2504"/>
                  </a:lnTo>
                  <a:lnTo>
                    <a:pt x="6486" y="2444"/>
                  </a:lnTo>
                  <a:lnTo>
                    <a:pt x="5808" y="498"/>
                  </a:lnTo>
                  <a:close/>
                  <a:moveTo>
                    <a:pt x="5249" y="709"/>
                  </a:moveTo>
                  <a:lnTo>
                    <a:pt x="5234" y="724"/>
                  </a:lnTo>
                  <a:lnTo>
                    <a:pt x="5189" y="724"/>
                  </a:lnTo>
                  <a:lnTo>
                    <a:pt x="5174" y="724"/>
                  </a:lnTo>
                  <a:lnTo>
                    <a:pt x="5144" y="724"/>
                  </a:lnTo>
                  <a:lnTo>
                    <a:pt x="5144" y="724"/>
                  </a:lnTo>
                  <a:lnTo>
                    <a:pt x="5144" y="724"/>
                  </a:lnTo>
                  <a:lnTo>
                    <a:pt x="5144" y="724"/>
                  </a:lnTo>
                  <a:lnTo>
                    <a:pt x="5144" y="724"/>
                  </a:lnTo>
                  <a:lnTo>
                    <a:pt x="5114" y="724"/>
                  </a:lnTo>
                  <a:lnTo>
                    <a:pt x="5114" y="724"/>
                  </a:lnTo>
                  <a:lnTo>
                    <a:pt x="5114" y="724"/>
                  </a:lnTo>
                  <a:lnTo>
                    <a:pt x="5114" y="724"/>
                  </a:lnTo>
                  <a:lnTo>
                    <a:pt x="5114" y="724"/>
                  </a:lnTo>
                  <a:lnTo>
                    <a:pt x="5114" y="724"/>
                  </a:lnTo>
                  <a:lnTo>
                    <a:pt x="5083" y="739"/>
                  </a:lnTo>
                  <a:lnTo>
                    <a:pt x="5958" y="2625"/>
                  </a:lnTo>
                  <a:lnTo>
                    <a:pt x="6124" y="2549"/>
                  </a:lnTo>
                  <a:lnTo>
                    <a:pt x="5295" y="649"/>
                  </a:lnTo>
                  <a:close/>
                  <a:moveTo>
                    <a:pt x="4721" y="951"/>
                  </a:moveTo>
                  <a:lnTo>
                    <a:pt x="4691" y="981"/>
                  </a:lnTo>
                  <a:lnTo>
                    <a:pt x="4691" y="981"/>
                  </a:lnTo>
                  <a:lnTo>
                    <a:pt x="4691" y="981"/>
                  </a:lnTo>
                  <a:lnTo>
                    <a:pt x="4691" y="981"/>
                  </a:lnTo>
                  <a:lnTo>
                    <a:pt x="4525" y="1056"/>
                  </a:lnTo>
                  <a:lnTo>
                    <a:pt x="5521" y="2881"/>
                  </a:lnTo>
                  <a:lnTo>
                    <a:pt x="5687" y="2791"/>
                  </a:lnTo>
                  <a:lnTo>
                    <a:pt x="4737" y="951"/>
                  </a:lnTo>
                  <a:close/>
                  <a:moveTo>
                    <a:pt x="4209" y="1237"/>
                  </a:moveTo>
                  <a:lnTo>
                    <a:pt x="4194" y="1237"/>
                  </a:lnTo>
                  <a:lnTo>
                    <a:pt x="4194" y="1237"/>
                  </a:lnTo>
                  <a:lnTo>
                    <a:pt x="4148" y="1237"/>
                  </a:lnTo>
                  <a:lnTo>
                    <a:pt x="4148" y="1237"/>
                  </a:lnTo>
                  <a:lnTo>
                    <a:pt x="4148" y="1237"/>
                  </a:lnTo>
                  <a:lnTo>
                    <a:pt x="4148" y="1237"/>
                  </a:lnTo>
                  <a:lnTo>
                    <a:pt x="4148" y="1237"/>
                  </a:lnTo>
                  <a:lnTo>
                    <a:pt x="4148" y="1237"/>
                  </a:lnTo>
                  <a:lnTo>
                    <a:pt x="4148" y="1237"/>
                  </a:lnTo>
                  <a:lnTo>
                    <a:pt x="4148" y="1237"/>
                  </a:lnTo>
                  <a:lnTo>
                    <a:pt x="4148" y="1237"/>
                  </a:lnTo>
                  <a:lnTo>
                    <a:pt x="4148" y="1237"/>
                  </a:lnTo>
                  <a:lnTo>
                    <a:pt x="4148" y="1237"/>
                  </a:lnTo>
                  <a:lnTo>
                    <a:pt x="4148" y="1237"/>
                  </a:lnTo>
                  <a:lnTo>
                    <a:pt x="4148" y="1237"/>
                  </a:lnTo>
                  <a:lnTo>
                    <a:pt x="4148" y="1237"/>
                  </a:lnTo>
                  <a:lnTo>
                    <a:pt x="4148" y="1237"/>
                  </a:lnTo>
                  <a:lnTo>
                    <a:pt x="4148" y="1237"/>
                  </a:lnTo>
                  <a:lnTo>
                    <a:pt x="4148" y="1237"/>
                  </a:lnTo>
                  <a:lnTo>
                    <a:pt x="4148" y="1237"/>
                  </a:lnTo>
                  <a:lnTo>
                    <a:pt x="4148" y="1237"/>
                  </a:lnTo>
                  <a:lnTo>
                    <a:pt x="4103" y="1267"/>
                  </a:lnTo>
                  <a:lnTo>
                    <a:pt x="4103" y="1267"/>
                  </a:lnTo>
                  <a:lnTo>
                    <a:pt x="4073" y="1282"/>
                  </a:lnTo>
                  <a:lnTo>
                    <a:pt x="5189" y="3032"/>
                  </a:lnTo>
                  <a:lnTo>
                    <a:pt x="5340" y="2942"/>
                  </a:lnTo>
                  <a:lnTo>
                    <a:pt x="4269" y="1162"/>
                  </a:lnTo>
                  <a:close/>
                  <a:moveTo>
                    <a:pt x="3726" y="1569"/>
                  </a:moveTo>
                  <a:lnTo>
                    <a:pt x="3605" y="1644"/>
                  </a:lnTo>
                  <a:lnTo>
                    <a:pt x="3605" y="1644"/>
                  </a:lnTo>
                  <a:lnTo>
                    <a:pt x="3605" y="1644"/>
                  </a:lnTo>
                  <a:lnTo>
                    <a:pt x="3605" y="1644"/>
                  </a:lnTo>
                  <a:lnTo>
                    <a:pt x="3605" y="1644"/>
                  </a:lnTo>
                  <a:lnTo>
                    <a:pt x="3605" y="1644"/>
                  </a:lnTo>
                  <a:lnTo>
                    <a:pt x="3605" y="1644"/>
                  </a:lnTo>
                  <a:lnTo>
                    <a:pt x="3605" y="1644"/>
                  </a:lnTo>
                  <a:lnTo>
                    <a:pt x="3605" y="1644"/>
                  </a:lnTo>
                  <a:lnTo>
                    <a:pt x="3605" y="1644"/>
                  </a:lnTo>
                  <a:lnTo>
                    <a:pt x="3605" y="1644"/>
                  </a:lnTo>
                  <a:lnTo>
                    <a:pt x="3605" y="1644"/>
                  </a:lnTo>
                  <a:lnTo>
                    <a:pt x="3590" y="1644"/>
                  </a:lnTo>
                  <a:lnTo>
                    <a:pt x="3590" y="1644"/>
                  </a:lnTo>
                  <a:lnTo>
                    <a:pt x="3590" y="1644"/>
                  </a:lnTo>
                  <a:lnTo>
                    <a:pt x="3590" y="1644"/>
                  </a:lnTo>
                  <a:lnTo>
                    <a:pt x="3590" y="1644"/>
                  </a:lnTo>
                  <a:lnTo>
                    <a:pt x="3590" y="1644"/>
                  </a:lnTo>
                  <a:lnTo>
                    <a:pt x="3590" y="1644"/>
                  </a:lnTo>
                  <a:lnTo>
                    <a:pt x="3590" y="1644"/>
                  </a:lnTo>
                  <a:lnTo>
                    <a:pt x="3590" y="1644"/>
                  </a:lnTo>
                  <a:lnTo>
                    <a:pt x="3590" y="1644"/>
                  </a:lnTo>
                  <a:lnTo>
                    <a:pt x="3590" y="1644"/>
                  </a:lnTo>
                  <a:lnTo>
                    <a:pt x="4827" y="3304"/>
                  </a:lnTo>
                  <a:lnTo>
                    <a:pt x="4978" y="3213"/>
                  </a:lnTo>
                  <a:lnTo>
                    <a:pt x="3786" y="1509"/>
                  </a:lnTo>
                  <a:close/>
                  <a:moveTo>
                    <a:pt x="3243" y="1916"/>
                  </a:moveTo>
                  <a:lnTo>
                    <a:pt x="3153" y="1991"/>
                  </a:lnTo>
                  <a:lnTo>
                    <a:pt x="3153" y="1991"/>
                  </a:lnTo>
                  <a:lnTo>
                    <a:pt x="3153" y="1991"/>
                  </a:lnTo>
                  <a:lnTo>
                    <a:pt x="3153" y="1991"/>
                  </a:lnTo>
                  <a:lnTo>
                    <a:pt x="3153" y="1991"/>
                  </a:lnTo>
                  <a:lnTo>
                    <a:pt x="3138" y="1991"/>
                  </a:lnTo>
                  <a:lnTo>
                    <a:pt x="3138" y="1991"/>
                  </a:lnTo>
                  <a:lnTo>
                    <a:pt x="3138" y="1991"/>
                  </a:lnTo>
                  <a:lnTo>
                    <a:pt x="3138" y="1991"/>
                  </a:lnTo>
                  <a:lnTo>
                    <a:pt x="3138" y="1991"/>
                  </a:lnTo>
                  <a:lnTo>
                    <a:pt x="3138" y="1991"/>
                  </a:lnTo>
                  <a:lnTo>
                    <a:pt x="3092" y="1991"/>
                  </a:lnTo>
                  <a:lnTo>
                    <a:pt x="3092" y="1991"/>
                  </a:lnTo>
                  <a:lnTo>
                    <a:pt x="3092" y="1991"/>
                  </a:lnTo>
                  <a:lnTo>
                    <a:pt x="3092" y="1991"/>
                  </a:lnTo>
                  <a:lnTo>
                    <a:pt x="3092" y="1991"/>
                  </a:lnTo>
                  <a:lnTo>
                    <a:pt x="4435" y="3575"/>
                  </a:lnTo>
                  <a:cubicBezTo>
                    <a:pt x="4480" y="3530"/>
                    <a:pt x="4525" y="3500"/>
                    <a:pt x="4571" y="3454"/>
                  </a:cubicBezTo>
                  <a:lnTo>
                    <a:pt x="3273" y="1840"/>
                  </a:lnTo>
                  <a:close/>
                  <a:moveTo>
                    <a:pt x="2806" y="2293"/>
                  </a:moveTo>
                  <a:lnTo>
                    <a:pt x="2806" y="2293"/>
                  </a:lnTo>
                  <a:lnTo>
                    <a:pt x="2806" y="2293"/>
                  </a:lnTo>
                  <a:lnTo>
                    <a:pt x="2806" y="2293"/>
                  </a:lnTo>
                  <a:cubicBezTo>
                    <a:pt x="2745" y="2338"/>
                    <a:pt x="2700" y="2384"/>
                    <a:pt x="2640" y="2444"/>
                  </a:cubicBezTo>
                  <a:lnTo>
                    <a:pt x="4088" y="3937"/>
                  </a:lnTo>
                  <a:cubicBezTo>
                    <a:pt x="4133" y="3892"/>
                    <a:pt x="4178" y="3847"/>
                    <a:pt x="4224" y="3816"/>
                  </a:cubicBezTo>
                  <a:lnTo>
                    <a:pt x="2806" y="2278"/>
                  </a:lnTo>
                  <a:close/>
                  <a:moveTo>
                    <a:pt x="2383" y="2700"/>
                  </a:moveTo>
                  <a:cubicBezTo>
                    <a:pt x="2338" y="2761"/>
                    <a:pt x="2278" y="2806"/>
                    <a:pt x="2233" y="2866"/>
                  </a:cubicBezTo>
                  <a:lnTo>
                    <a:pt x="3771" y="4254"/>
                  </a:lnTo>
                  <a:lnTo>
                    <a:pt x="3892" y="4133"/>
                  </a:lnTo>
                  <a:lnTo>
                    <a:pt x="2383" y="2700"/>
                  </a:lnTo>
                  <a:close/>
                  <a:moveTo>
                    <a:pt x="1991" y="3138"/>
                  </a:moveTo>
                  <a:lnTo>
                    <a:pt x="1946" y="3213"/>
                  </a:lnTo>
                  <a:lnTo>
                    <a:pt x="1946" y="3213"/>
                  </a:lnTo>
                  <a:lnTo>
                    <a:pt x="1946" y="3213"/>
                  </a:lnTo>
                  <a:lnTo>
                    <a:pt x="1946" y="3213"/>
                  </a:lnTo>
                  <a:lnTo>
                    <a:pt x="1946" y="3213"/>
                  </a:lnTo>
                  <a:lnTo>
                    <a:pt x="1946" y="3213"/>
                  </a:lnTo>
                  <a:lnTo>
                    <a:pt x="1946" y="3213"/>
                  </a:lnTo>
                  <a:lnTo>
                    <a:pt x="1946" y="3213"/>
                  </a:lnTo>
                  <a:lnTo>
                    <a:pt x="1946" y="3213"/>
                  </a:lnTo>
                  <a:lnTo>
                    <a:pt x="1946" y="3213"/>
                  </a:lnTo>
                  <a:lnTo>
                    <a:pt x="1946" y="3213"/>
                  </a:lnTo>
                  <a:lnTo>
                    <a:pt x="1946" y="3213"/>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1931" y="3228"/>
                  </a:lnTo>
                  <a:lnTo>
                    <a:pt x="3560" y="4510"/>
                  </a:lnTo>
                  <a:lnTo>
                    <a:pt x="3666" y="4375"/>
                  </a:lnTo>
                  <a:lnTo>
                    <a:pt x="2067" y="3047"/>
                  </a:lnTo>
                  <a:close/>
                  <a:moveTo>
                    <a:pt x="1629" y="3605"/>
                  </a:moveTo>
                  <a:lnTo>
                    <a:pt x="1614" y="3620"/>
                  </a:lnTo>
                  <a:lnTo>
                    <a:pt x="1614" y="3620"/>
                  </a:lnTo>
                  <a:lnTo>
                    <a:pt x="1614" y="3620"/>
                  </a:lnTo>
                  <a:lnTo>
                    <a:pt x="1614" y="3620"/>
                  </a:lnTo>
                  <a:lnTo>
                    <a:pt x="1614" y="3620"/>
                  </a:lnTo>
                  <a:lnTo>
                    <a:pt x="1614" y="3620"/>
                  </a:lnTo>
                  <a:lnTo>
                    <a:pt x="1614" y="3620"/>
                  </a:lnTo>
                  <a:lnTo>
                    <a:pt x="1614" y="3620"/>
                  </a:lnTo>
                  <a:lnTo>
                    <a:pt x="1614" y="3620"/>
                  </a:lnTo>
                  <a:lnTo>
                    <a:pt x="1614" y="3620"/>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614" y="3651"/>
                  </a:lnTo>
                  <a:lnTo>
                    <a:pt x="1584" y="3696"/>
                  </a:lnTo>
                  <a:lnTo>
                    <a:pt x="3288" y="4872"/>
                  </a:lnTo>
                  <a:lnTo>
                    <a:pt x="3394" y="4722"/>
                  </a:lnTo>
                  <a:lnTo>
                    <a:pt x="1705" y="3515"/>
                  </a:lnTo>
                  <a:close/>
                  <a:moveTo>
                    <a:pt x="1312" y="4088"/>
                  </a:moveTo>
                  <a:cubicBezTo>
                    <a:pt x="1267" y="4148"/>
                    <a:pt x="1222" y="4224"/>
                    <a:pt x="1192" y="4284"/>
                  </a:cubicBezTo>
                  <a:lnTo>
                    <a:pt x="2972" y="5325"/>
                  </a:lnTo>
                  <a:lnTo>
                    <a:pt x="3077" y="5174"/>
                  </a:lnTo>
                  <a:lnTo>
                    <a:pt x="1312" y="4088"/>
                  </a:lnTo>
                  <a:close/>
                  <a:moveTo>
                    <a:pt x="1011" y="4601"/>
                  </a:moveTo>
                  <a:lnTo>
                    <a:pt x="905" y="4797"/>
                  </a:lnTo>
                  <a:lnTo>
                    <a:pt x="2761" y="5732"/>
                  </a:lnTo>
                  <a:cubicBezTo>
                    <a:pt x="2791" y="5672"/>
                    <a:pt x="2821" y="5627"/>
                    <a:pt x="2851" y="5581"/>
                  </a:cubicBezTo>
                  <a:close/>
                  <a:moveTo>
                    <a:pt x="754" y="5129"/>
                  </a:moveTo>
                  <a:cubicBezTo>
                    <a:pt x="739" y="5159"/>
                    <a:pt x="724" y="5189"/>
                    <a:pt x="709" y="5219"/>
                  </a:cubicBezTo>
                  <a:lnTo>
                    <a:pt x="709" y="5219"/>
                  </a:lnTo>
                  <a:lnTo>
                    <a:pt x="709" y="5234"/>
                  </a:lnTo>
                  <a:lnTo>
                    <a:pt x="709" y="5234"/>
                  </a:lnTo>
                  <a:lnTo>
                    <a:pt x="709" y="5234"/>
                  </a:lnTo>
                  <a:lnTo>
                    <a:pt x="709" y="5234"/>
                  </a:lnTo>
                  <a:lnTo>
                    <a:pt x="709" y="5234"/>
                  </a:lnTo>
                  <a:lnTo>
                    <a:pt x="709" y="5234"/>
                  </a:lnTo>
                  <a:lnTo>
                    <a:pt x="709" y="5234"/>
                  </a:lnTo>
                  <a:lnTo>
                    <a:pt x="709" y="5234"/>
                  </a:lnTo>
                  <a:lnTo>
                    <a:pt x="709" y="5234"/>
                  </a:lnTo>
                  <a:lnTo>
                    <a:pt x="709" y="5234"/>
                  </a:lnTo>
                  <a:lnTo>
                    <a:pt x="709" y="5234"/>
                  </a:lnTo>
                  <a:lnTo>
                    <a:pt x="709" y="5234"/>
                  </a:lnTo>
                  <a:lnTo>
                    <a:pt x="709" y="5265"/>
                  </a:lnTo>
                  <a:lnTo>
                    <a:pt x="709" y="5265"/>
                  </a:lnTo>
                  <a:lnTo>
                    <a:pt x="709" y="5265"/>
                  </a:lnTo>
                  <a:lnTo>
                    <a:pt x="709" y="5265"/>
                  </a:lnTo>
                  <a:lnTo>
                    <a:pt x="709" y="5265"/>
                  </a:lnTo>
                  <a:lnTo>
                    <a:pt x="709" y="5265"/>
                  </a:lnTo>
                  <a:lnTo>
                    <a:pt x="709" y="5265"/>
                  </a:lnTo>
                  <a:lnTo>
                    <a:pt x="709" y="5265"/>
                  </a:lnTo>
                  <a:lnTo>
                    <a:pt x="709" y="5265"/>
                  </a:lnTo>
                  <a:lnTo>
                    <a:pt x="709" y="5265"/>
                  </a:lnTo>
                  <a:lnTo>
                    <a:pt x="709" y="5265"/>
                  </a:lnTo>
                  <a:lnTo>
                    <a:pt x="2625" y="6064"/>
                  </a:lnTo>
                  <a:cubicBezTo>
                    <a:pt x="2655" y="6004"/>
                    <a:pt x="2670" y="5958"/>
                    <a:pt x="2700" y="5898"/>
                  </a:cubicBezTo>
                  <a:lnTo>
                    <a:pt x="815" y="5053"/>
                  </a:lnTo>
                  <a:close/>
                  <a:moveTo>
                    <a:pt x="543" y="5672"/>
                  </a:moveTo>
                  <a:cubicBezTo>
                    <a:pt x="528" y="5687"/>
                    <a:pt x="528" y="5702"/>
                    <a:pt x="528" y="5702"/>
                  </a:cubicBezTo>
                  <a:lnTo>
                    <a:pt x="528" y="5702"/>
                  </a:lnTo>
                  <a:lnTo>
                    <a:pt x="528" y="5702"/>
                  </a:lnTo>
                  <a:lnTo>
                    <a:pt x="528" y="5702"/>
                  </a:lnTo>
                  <a:lnTo>
                    <a:pt x="528" y="5717"/>
                  </a:lnTo>
                  <a:lnTo>
                    <a:pt x="528" y="5717"/>
                  </a:lnTo>
                  <a:lnTo>
                    <a:pt x="528" y="5732"/>
                  </a:lnTo>
                  <a:lnTo>
                    <a:pt x="528" y="5732"/>
                  </a:lnTo>
                  <a:lnTo>
                    <a:pt x="528" y="5777"/>
                  </a:lnTo>
                  <a:lnTo>
                    <a:pt x="528" y="5777"/>
                  </a:lnTo>
                  <a:lnTo>
                    <a:pt x="528" y="5777"/>
                  </a:lnTo>
                  <a:lnTo>
                    <a:pt x="528" y="5777"/>
                  </a:lnTo>
                  <a:lnTo>
                    <a:pt x="528" y="5777"/>
                  </a:lnTo>
                  <a:lnTo>
                    <a:pt x="528" y="5777"/>
                  </a:lnTo>
                  <a:cubicBezTo>
                    <a:pt x="513" y="5808"/>
                    <a:pt x="498" y="5838"/>
                    <a:pt x="483" y="5883"/>
                  </a:cubicBezTo>
                  <a:lnTo>
                    <a:pt x="2444" y="6547"/>
                  </a:lnTo>
                  <a:cubicBezTo>
                    <a:pt x="2474" y="6486"/>
                    <a:pt x="2489" y="6426"/>
                    <a:pt x="2504" y="6381"/>
                  </a:cubicBezTo>
                  <a:lnTo>
                    <a:pt x="558" y="5657"/>
                  </a:lnTo>
                  <a:close/>
                  <a:moveTo>
                    <a:pt x="347" y="6230"/>
                  </a:moveTo>
                  <a:cubicBezTo>
                    <a:pt x="347" y="6245"/>
                    <a:pt x="332" y="6260"/>
                    <a:pt x="332" y="6275"/>
                  </a:cubicBezTo>
                  <a:lnTo>
                    <a:pt x="332" y="6275"/>
                  </a:lnTo>
                  <a:lnTo>
                    <a:pt x="332" y="6275"/>
                  </a:lnTo>
                  <a:lnTo>
                    <a:pt x="332" y="6275"/>
                  </a:lnTo>
                  <a:lnTo>
                    <a:pt x="332" y="6275"/>
                  </a:lnTo>
                  <a:lnTo>
                    <a:pt x="332" y="6275"/>
                  </a:lnTo>
                  <a:lnTo>
                    <a:pt x="332" y="6275"/>
                  </a:lnTo>
                  <a:lnTo>
                    <a:pt x="332" y="6275"/>
                  </a:lnTo>
                  <a:lnTo>
                    <a:pt x="332" y="6275"/>
                  </a:lnTo>
                  <a:lnTo>
                    <a:pt x="332" y="6275"/>
                  </a:lnTo>
                  <a:lnTo>
                    <a:pt x="302" y="6426"/>
                  </a:lnTo>
                  <a:lnTo>
                    <a:pt x="2293" y="6954"/>
                  </a:lnTo>
                  <a:cubicBezTo>
                    <a:pt x="2308" y="6894"/>
                    <a:pt x="2338" y="6848"/>
                    <a:pt x="2353" y="6788"/>
                  </a:cubicBezTo>
                  <a:lnTo>
                    <a:pt x="362" y="6200"/>
                  </a:lnTo>
                  <a:close/>
                  <a:moveTo>
                    <a:pt x="196" y="6803"/>
                  </a:moveTo>
                  <a:cubicBezTo>
                    <a:pt x="196" y="6848"/>
                    <a:pt x="181" y="6894"/>
                    <a:pt x="166" y="6954"/>
                  </a:cubicBezTo>
                  <a:lnTo>
                    <a:pt x="166" y="6954"/>
                  </a:lnTo>
                  <a:lnTo>
                    <a:pt x="166" y="6954"/>
                  </a:lnTo>
                  <a:lnTo>
                    <a:pt x="166" y="6954"/>
                  </a:lnTo>
                  <a:lnTo>
                    <a:pt x="166" y="6954"/>
                  </a:lnTo>
                  <a:lnTo>
                    <a:pt x="166" y="6954"/>
                  </a:lnTo>
                  <a:lnTo>
                    <a:pt x="166" y="6954"/>
                  </a:lnTo>
                  <a:lnTo>
                    <a:pt x="166" y="6954"/>
                  </a:lnTo>
                  <a:cubicBezTo>
                    <a:pt x="166" y="6969"/>
                    <a:pt x="166" y="6984"/>
                    <a:pt x="166" y="6999"/>
                  </a:cubicBezTo>
                  <a:lnTo>
                    <a:pt x="2202" y="7391"/>
                  </a:lnTo>
                  <a:cubicBezTo>
                    <a:pt x="2218" y="7346"/>
                    <a:pt x="2233" y="7286"/>
                    <a:pt x="2248" y="7225"/>
                  </a:cubicBezTo>
                  <a:lnTo>
                    <a:pt x="211" y="6773"/>
                  </a:lnTo>
                  <a:close/>
                  <a:moveTo>
                    <a:pt x="91" y="7376"/>
                  </a:moveTo>
                  <a:cubicBezTo>
                    <a:pt x="91" y="7391"/>
                    <a:pt x="91" y="7422"/>
                    <a:pt x="91" y="7437"/>
                  </a:cubicBezTo>
                  <a:lnTo>
                    <a:pt x="91" y="7437"/>
                  </a:lnTo>
                  <a:lnTo>
                    <a:pt x="91" y="7437"/>
                  </a:lnTo>
                  <a:lnTo>
                    <a:pt x="91" y="7437"/>
                  </a:lnTo>
                  <a:lnTo>
                    <a:pt x="91" y="7437"/>
                  </a:lnTo>
                  <a:lnTo>
                    <a:pt x="91" y="7437"/>
                  </a:lnTo>
                  <a:lnTo>
                    <a:pt x="91" y="7437"/>
                  </a:lnTo>
                  <a:lnTo>
                    <a:pt x="91" y="7437"/>
                  </a:lnTo>
                  <a:lnTo>
                    <a:pt x="91" y="7437"/>
                  </a:lnTo>
                  <a:lnTo>
                    <a:pt x="91" y="7437"/>
                  </a:lnTo>
                  <a:cubicBezTo>
                    <a:pt x="91" y="7482"/>
                    <a:pt x="76" y="7527"/>
                    <a:pt x="61" y="7587"/>
                  </a:cubicBezTo>
                  <a:lnTo>
                    <a:pt x="2127" y="7829"/>
                  </a:lnTo>
                  <a:lnTo>
                    <a:pt x="2142" y="7663"/>
                  </a:lnTo>
                  <a:lnTo>
                    <a:pt x="106" y="7346"/>
                  </a:lnTo>
                  <a:close/>
                  <a:moveTo>
                    <a:pt x="30" y="7965"/>
                  </a:moveTo>
                  <a:cubicBezTo>
                    <a:pt x="30" y="8010"/>
                    <a:pt x="30" y="8070"/>
                    <a:pt x="15" y="8115"/>
                  </a:cubicBezTo>
                  <a:lnTo>
                    <a:pt x="15" y="8115"/>
                  </a:lnTo>
                  <a:lnTo>
                    <a:pt x="15" y="8115"/>
                  </a:lnTo>
                  <a:lnTo>
                    <a:pt x="15" y="8115"/>
                  </a:lnTo>
                  <a:lnTo>
                    <a:pt x="15" y="8115"/>
                  </a:lnTo>
                  <a:lnTo>
                    <a:pt x="15" y="8115"/>
                  </a:lnTo>
                  <a:lnTo>
                    <a:pt x="15" y="8115"/>
                  </a:lnTo>
                  <a:lnTo>
                    <a:pt x="15" y="8115"/>
                  </a:lnTo>
                  <a:lnTo>
                    <a:pt x="15" y="8115"/>
                  </a:lnTo>
                  <a:lnTo>
                    <a:pt x="15" y="8115"/>
                  </a:lnTo>
                  <a:lnTo>
                    <a:pt x="15" y="8115"/>
                  </a:lnTo>
                  <a:lnTo>
                    <a:pt x="15" y="8115"/>
                  </a:lnTo>
                  <a:cubicBezTo>
                    <a:pt x="15" y="8130"/>
                    <a:pt x="15" y="8146"/>
                    <a:pt x="15" y="8161"/>
                  </a:cubicBezTo>
                  <a:lnTo>
                    <a:pt x="2097" y="8266"/>
                  </a:lnTo>
                  <a:cubicBezTo>
                    <a:pt x="2097" y="8206"/>
                    <a:pt x="2097" y="8146"/>
                    <a:pt x="2097" y="8100"/>
                  </a:cubicBezTo>
                  <a:lnTo>
                    <a:pt x="30" y="7919"/>
                  </a:lnTo>
                  <a:close/>
                  <a:moveTo>
                    <a:pt x="0" y="8553"/>
                  </a:moveTo>
                  <a:lnTo>
                    <a:pt x="0" y="8553"/>
                  </a:lnTo>
                  <a:lnTo>
                    <a:pt x="0" y="8553"/>
                  </a:lnTo>
                  <a:lnTo>
                    <a:pt x="0" y="8553"/>
                  </a:lnTo>
                  <a:lnTo>
                    <a:pt x="0" y="8553"/>
                  </a:lnTo>
                  <a:lnTo>
                    <a:pt x="0" y="8553"/>
                  </a:lnTo>
                  <a:lnTo>
                    <a:pt x="0" y="8553"/>
                  </a:lnTo>
                  <a:lnTo>
                    <a:pt x="0" y="8553"/>
                  </a:lnTo>
                  <a:lnTo>
                    <a:pt x="0" y="8553"/>
                  </a:lnTo>
                  <a:lnTo>
                    <a:pt x="0" y="8553"/>
                  </a:lnTo>
                  <a:lnTo>
                    <a:pt x="0" y="8553"/>
                  </a:lnTo>
                  <a:lnTo>
                    <a:pt x="0" y="8553"/>
                  </a:lnTo>
                  <a:lnTo>
                    <a:pt x="0" y="8553"/>
                  </a:lnTo>
                  <a:lnTo>
                    <a:pt x="0" y="8553"/>
                  </a:lnTo>
                  <a:lnTo>
                    <a:pt x="0" y="8553"/>
                  </a:lnTo>
                  <a:lnTo>
                    <a:pt x="0" y="8553"/>
                  </a:lnTo>
                  <a:lnTo>
                    <a:pt x="0" y="8553"/>
                  </a:lnTo>
                  <a:lnTo>
                    <a:pt x="0" y="8553"/>
                  </a:lnTo>
                  <a:lnTo>
                    <a:pt x="0" y="8553"/>
                  </a:lnTo>
                  <a:lnTo>
                    <a:pt x="0" y="8568"/>
                  </a:lnTo>
                  <a:lnTo>
                    <a:pt x="0" y="8568"/>
                  </a:lnTo>
                  <a:lnTo>
                    <a:pt x="0" y="8568"/>
                  </a:lnTo>
                  <a:lnTo>
                    <a:pt x="0" y="8568"/>
                  </a:lnTo>
                  <a:lnTo>
                    <a:pt x="0" y="8583"/>
                  </a:lnTo>
                  <a:lnTo>
                    <a:pt x="0" y="8583"/>
                  </a:lnTo>
                  <a:lnTo>
                    <a:pt x="0" y="8583"/>
                  </a:lnTo>
                  <a:lnTo>
                    <a:pt x="0" y="8583"/>
                  </a:lnTo>
                  <a:lnTo>
                    <a:pt x="0" y="8598"/>
                  </a:lnTo>
                  <a:lnTo>
                    <a:pt x="0" y="8598"/>
                  </a:lnTo>
                  <a:lnTo>
                    <a:pt x="0" y="8598"/>
                  </a:lnTo>
                  <a:lnTo>
                    <a:pt x="0" y="8598"/>
                  </a:lnTo>
                  <a:lnTo>
                    <a:pt x="0" y="8598"/>
                  </a:lnTo>
                  <a:lnTo>
                    <a:pt x="0" y="8598"/>
                  </a:lnTo>
                  <a:lnTo>
                    <a:pt x="0" y="8598"/>
                  </a:lnTo>
                  <a:lnTo>
                    <a:pt x="0" y="8598"/>
                  </a:lnTo>
                  <a:lnTo>
                    <a:pt x="0" y="8613"/>
                  </a:lnTo>
                  <a:lnTo>
                    <a:pt x="0" y="8613"/>
                  </a:lnTo>
                  <a:lnTo>
                    <a:pt x="0" y="8613"/>
                  </a:lnTo>
                  <a:lnTo>
                    <a:pt x="0" y="8613"/>
                  </a:lnTo>
                  <a:lnTo>
                    <a:pt x="0" y="8658"/>
                  </a:lnTo>
                  <a:lnTo>
                    <a:pt x="0" y="8658"/>
                  </a:lnTo>
                  <a:lnTo>
                    <a:pt x="0" y="8674"/>
                  </a:lnTo>
                  <a:lnTo>
                    <a:pt x="0" y="8674"/>
                  </a:lnTo>
                  <a:lnTo>
                    <a:pt x="0" y="8674"/>
                  </a:lnTo>
                  <a:lnTo>
                    <a:pt x="2067" y="8658"/>
                  </a:lnTo>
                  <a:lnTo>
                    <a:pt x="2067" y="8583"/>
                  </a:lnTo>
                  <a:lnTo>
                    <a:pt x="2067" y="8477"/>
                  </a:lnTo>
                  <a:lnTo>
                    <a:pt x="0" y="8447"/>
                  </a:lnTo>
                  <a:close/>
                  <a:moveTo>
                    <a:pt x="2067" y="9036"/>
                  </a:moveTo>
                  <a:lnTo>
                    <a:pt x="0" y="9141"/>
                  </a:lnTo>
                  <a:cubicBezTo>
                    <a:pt x="0" y="9141"/>
                    <a:pt x="0" y="9156"/>
                    <a:pt x="0" y="9171"/>
                  </a:cubicBezTo>
                  <a:lnTo>
                    <a:pt x="0" y="9171"/>
                  </a:lnTo>
                  <a:lnTo>
                    <a:pt x="0" y="9171"/>
                  </a:lnTo>
                  <a:lnTo>
                    <a:pt x="0" y="9171"/>
                  </a:lnTo>
                  <a:lnTo>
                    <a:pt x="0" y="9171"/>
                  </a:lnTo>
                  <a:lnTo>
                    <a:pt x="0" y="9171"/>
                  </a:lnTo>
                  <a:lnTo>
                    <a:pt x="0" y="9171"/>
                  </a:lnTo>
                  <a:lnTo>
                    <a:pt x="0" y="9171"/>
                  </a:lnTo>
                  <a:lnTo>
                    <a:pt x="0" y="9171"/>
                  </a:lnTo>
                  <a:lnTo>
                    <a:pt x="0" y="9171"/>
                  </a:lnTo>
                  <a:lnTo>
                    <a:pt x="0" y="9171"/>
                  </a:lnTo>
                  <a:lnTo>
                    <a:pt x="0" y="9171"/>
                  </a:lnTo>
                  <a:lnTo>
                    <a:pt x="0" y="9247"/>
                  </a:lnTo>
                  <a:lnTo>
                    <a:pt x="0" y="9247"/>
                  </a:lnTo>
                  <a:lnTo>
                    <a:pt x="0" y="9262"/>
                  </a:lnTo>
                  <a:lnTo>
                    <a:pt x="0" y="9322"/>
                  </a:lnTo>
                  <a:lnTo>
                    <a:pt x="2067" y="9156"/>
                  </a:lnTo>
                  <a:cubicBezTo>
                    <a:pt x="2067" y="9111"/>
                    <a:pt x="2067" y="9051"/>
                    <a:pt x="2067" y="8990"/>
                  </a:cubicBezTo>
                  <a:close/>
                  <a:moveTo>
                    <a:pt x="2112" y="9473"/>
                  </a:moveTo>
                  <a:lnTo>
                    <a:pt x="45" y="9714"/>
                  </a:lnTo>
                  <a:lnTo>
                    <a:pt x="45" y="9760"/>
                  </a:lnTo>
                  <a:lnTo>
                    <a:pt x="45" y="9760"/>
                  </a:lnTo>
                  <a:lnTo>
                    <a:pt x="45" y="9760"/>
                  </a:lnTo>
                  <a:lnTo>
                    <a:pt x="45" y="9760"/>
                  </a:lnTo>
                  <a:lnTo>
                    <a:pt x="45" y="9760"/>
                  </a:lnTo>
                  <a:lnTo>
                    <a:pt x="45" y="9760"/>
                  </a:lnTo>
                  <a:lnTo>
                    <a:pt x="45" y="9760"/>
                  </a:lnTo>
                  <a:lnTo>
                    <a:pt x="45" y="9760"/>
                  </a:lnTo>
                  <a:lnTo>
                    <a:pt x="45" y="9760"/>
                  </a:lnTo>
                  <a:lnTo>
                    <a:pt x="45" y="9760"/>
                  </a:lnTo>
                  <a:lnTo>
                    <a:pt x="45" y="9760"/>
                  </a:lnTo>
                  <a:lnTo>
                    <a:pt x="45" y="9760"/>
                  </a:lnTo>
                  <a:lnTo>
                    <a:pt x="45" y="9760"/>
                  </a:lnTo>
                  <a:lnTo>
                    <a:pt x="45" y="9760"/>
                  </a:lnTo>
                  <a:lnTo>
                    <a:pt x="45" y="9760"/>
                  </a:lnTo>
                  <a:lnTo>
                    <a:pt x="45" y="9760"/>
                  </a:lnTo>
                  <a:cubicBezTo>
                    <a:pt x="45" y="9805"/>
                    <a:pt x="61" y="9850"/>
                    <a:pt x="76" y="9895"/>
                  </a:cubicBezTo>
                  <a:lnTo>
                    <a:pt x="2127" y="9594"/>
                  </a:lnTo>
                  <a:lnTo>
                    <a:pt x="2097" y="9428"/>
                  </a:lnTo>
                  <a:close/>
                  <a:moveTo>
                    <a:pt x="2172" y="9910"/>
                  </a:moveTo>
                  <a:lnTo>
                    <a:pt x="136" y="10287"/>
                  </a:lnTo>
                  <a:lnTo>
                    <a:pt x="136" y="10287"/>
                  </a:lnTo>
                  <a:lnTo>
                    <a:pt x="136" y="10287"/>
                  </a:lnTo>
                  <a:lnTo>
                    <a:pt x="136" y="10303"/>
                  </a:lnTo>
                  <a:lnTo>
                    <a:pt x="136" y="10303"/>
                  </a:lnTo>
                  <a:lnTo>
                    <a:pt x="136" y="10303"/>
                  </a:lnTo>
                  <a:lnTo>
                    <a:pt x="136" y="10303"/>
                  </a:lnTo>
                  <a:lnTo>
                    <a:pt x="136" y="10303"/>
                  </a:lnTo>
                  <a:lnTo>
                    <a:pt x="136" y="10303"/>
                  </a:lnTo>
                  <a:cubicBezTo>
                    <a:pt x="151" y="10378"/>
                    <a:pt x="166" y="10438"/>
                    <a:pt x="181" y="10499"/>
                  </a:cubicBezTo>
                  <a:lnTo>
                    <a:pt x="2202" y="10061"/>
                  </a:lnTo>
                  <a:lnTo>
                    <a:pt x="2172" y="9880"/>
                  </a:lnTo>
                  <a:close/>
                  <a:moveTo>
                    <a:pt x="2278" y="10348"/>
                  </a:moveTo>
                  <a:lnTo>
                    <a:pt x="272" y="10876"/>
                  </a:lnTo>
                  <a:lnTo>
                    <a:pt x="272" y="10876"/>
                  </a:lnTo>
                  <a:lnTo>
                    <a:pt x="272" y="10876"/>
                  </a:lnTo>
                  <a:lnTo>
                    <a:pt x="272" y="10876"/>
                  </a:lnTo>
                  <a:lnTo>
                    <a:pt x="272" y="10876"/>
                  </a:lnTo>
                  <a:lnTo>
                    <a:pt x="272" y="10876"/>
                  </a:lnTo>
                  <a:lnTo>
                    <a:pt x="272" y="10876"/>
                  </a:lnTo>
                  <a:lnTo>
                    <a:pt x="272" y="10876"/>
                  </a:lnTo>
                  <a:lnTo>
                    <a:pt x="272" y="10876"/>
                  </a:lnTo>
                  <a:lnTo>
                    <a:pt x="272" y="10876"/>
                  </a:lnTo>
                  <a:lnTo>
                    <a:pt x="272" y="10876"/>
                  </a:lnTo>
                  <a:lnTo>
                    <a:pt x="287" y="10921"/>
                  </a:lnTo>
                  <a:lnTo>
                    <a:pt x="287" y="10921"/>
                  </a:lnTo>
                  <a:lnTo>
                    <a:pt x="287" y="10936"/>
                  </a:lnTo>
                  <a:lnTo>
                    <a:pt x="287" y="10936"/>
                  </a:lnTo>
                  <a:lnTo>
                    <a:pt x="287" y="10936"/>
                  </a:lnTo>
                  <a:lnTo>
                    <a:pt x="287" y="10936"/>
                  </a:lnTo>
                  <a:lnTo>
                    <a:pt x="287" y="10936"/>
                  </a:lnTo>
                  <a:lnTo>
                    <a:pt x="287" y="10936"/>
                  </a:lnTo>
                  <a:lnTo>
                    <a:pt x="287" y="10936"/>
                  </a:lnTo>
                  <a:lnTo>
                    <a:pt x="287" y="10936"/>
                  </a:lnTo>
                  <a:lnTo>
                    <a:pt x="287" y="10936"/>
                  </a:lnTo>
                  <a:lnTo>
                    <a:pt x="287" y="10936"/>
                  </a:lnTo>
                  <a:lnTo>
                    <a:pt x="287" y="10936"/>
                  </a:lnTo>
                  <a:lnTo>
                    <a:pt x="287" y="10936"/>
                  </a:lnTo>
                  <a:cubicBezTo>
                    <a:pt x="287" y="10966"/>
                    <a:pt x="302" y="10996"/>
                    <a:pt x="302" y="11027"/>
                  </a:cubicBezTo>
                  <a:lnTo>
                    <a:pt x="2338" y="10529"/>
                  </a:lnTo>
                  <a:cubicBezTo>
                    <a:pt x="2323" y="10469"/>
                    <a:pt x="2308" y="10408"/>
                    <a:pt x="2293" y="10348"/>
                  </a:cubicBezTo>
                  <a:close/>
                  <a:moveTo>
                    <a:pt x="2399" y="10785"/>
                  </a:moveTo>
                  <a:lnTo>
                    <a:pt x="453" y="11434"/>
                  </a:lnTo>
                  <a:lnTo>
                    <a:pt x="453" y="11449"/>
                  </a:lnTo>
                  <a:lnTo>
                    <a:pt x="453" y="11449"/>
                  </a:lnTo>
                  <a:lnTo>
                    <a:pt x="453" y="11449"/>
                  </a:lnTo>
                  <a:lnTo>
                    <a:pt x="453" y="11449"/>
                  </a:lnTo>
                  <a:lnTo>
                    <a:pt x="453" y="11449"/>
                  </a:lnTo>
                  <a:lnTo>
                    <a:pt x="453" y="11449"/>
                  </a:lnTo>
                  <a:lnTo>
                    <a:pt x="453" y="11449"/>
                  </a:lnTo>
                  <a:lnTo>
                    <a:pt x="453" y="11449"/>
                  </a:lnTo>
                  <a:lnTo>
                    <a:pt x="483" y="11524"/>
                  </a:lnTo>
                  <a:lnTo>
                    <a:pt x="483" y="11524"/>
                  </a:lnTo>
                  <a:lnTo>
                    <a:pt x="483" y="11524"/>
                  </a:lnTo>
                  <a:lnTo>
                    <a:pt x="483" y="11524"/>
                  </a:lnTo>
                  <a:lnTo>
                    <a:pt x="483" y="11524"/>
                  </a:lnTo>
                  <a:lnTo>
                    <a:pt x="483" y="11524"/>
                  </a:lnTo>
                  <a:lnTo>
                    <a:pt x="483" y="11524"/>
                  </a:lnTo>
                  <a:lnTo>
                    <a:pt x="483" y="11524"/>
                  </a:lnTo>
                  <a:lnTo>
                    <a:pt x="483" y="11524"/>
                  </a:lnTo>
                  <a:lnTo>
                    <a:pt x="483" y="11524"/>
                  </a:lnTo>
                  <a:cubicBezTo>
                    <a:pt x="483" y="11539"/>
                    <a:pt x="498" y="11570"/>
                    <a:pt x="513" y="11600"/>
                  </a:cubicBezTo>
                  <a:lnTo>
                    <a:pt x="2459" y="10891"/>
                  </a:lnTo>
                  <a:cubicBezTo>
                    <a:pt x="2444" y="10831"/>
                    <a:pt x="2414" y="10785"/>
                    <a:pt x="2399" y="10725"/>
                  </a:cubicBezTo>
                  <a:close/>
                  <a:moveTo>
                    <a:pt x="2564" y="11193"/>
                  </a:moveTo>
                  <a:lnTo>
                    <a:pt x="649" y="11992"/>
                  </a:lnTo>
                  <a:lnTo>
                    <a:pt x="739" y="12203"/>
                  </a:lnTo>
                  <a:lnTo>
                    <a:pt x="2640" y="11358"/>
                  </a:lnTo>
                  <a:cubicBezTo>
                    <a:pt x="2610" y="11313"/>
                    <a:pt x="2595" y="11253"/>
                    <a:pt x="2564" y="11208"/>
                  </a:cubicBezTo>
                  <a:close/>
                  <a:moveTo>
                    <a:pt x="2745" y="11600"/>
                  </a:moveTo>
                  <a:lnTo>
                    <a:pt x="890" y="12520"/>
                  </a:lnTo>
                  <a:cubicBezTo>
                    <a:pt x="920" y="12580"/>
                    <a:pt x="935" y="12626"/>
                    <a:pt x="966" y="12686"/>
                  </a:cubicBezTo>
                  <a:lnTo>
                    <a:pt x="966" y="12686"/>
                  </a:lnTo>
                  <a:lnTo>
                    <a:pt x="966" y="12686"/>
                  </a:lnTo>
                  <a:lnTo>
                    <a:pt x="966" y="12686"/>
                  </a:lnTo>
                  <a:lnTo>
                    <a:pt x="966" y="12686"/>
                  </a:lnTo>
                  <a:lnTo>
                    <a:pt x="966" y="12686"/>
                  </a:lnTo>
                  <a:lnTo>
                    <a:pt x="966" y="12686"/>
                  </a:lnTo>
                  <a:lnTo>
                    <a:pt x="966" y="12686"/>
                  </a:lnTo>
                  <a:lnTo>
                    <a:pt x="981" y="12701"/>
                  </a:lnTo>
                  <a:lnTo>
                    <a:pt x="2821" y="11736"/>
                  </a:lnTo>
                  <a:lnTo>
                    <a:pt x="2730" y="11585"/>
                  </a:lnTo>
                  <a:close/>
                  <a:moveTo>
                    <a:pt x="2957" y="11992"/>
                  </a:moveTo>
                  <a:lnTo>
                    <a:pt x="1162" y="13033"/>
                  </a:lnTo>
                  <a:cubicBezTo>
                    <a:pt x="1207" y="13108"/>
                    <a:pt x="1237" y="13169"/>
                    <a:pt x="1282" y="13244"/>
                  </a:cubicBezTo>
                  <a:lnTo>
                    <a:pt x="3047" y="12143"/>
                  </a:lnTo>
                  <a:cubicBezTo>
                    <a:pt x="3017" y="12098"/>
                    <a:pt x="2987" y="12052"/>
                    <a:pt x="2957" y="11992"/>
                  </a:cubicBezTo>
                  <a:close/>
                  <a:moveTo>
                    <a:pt x="3198" y="12369"/>
                  </a:moveTo>
                  <a:lnTo>
                    <a:pt x="1478" y="13531"/>
                  </a:lnTo>
                  <a:cubicBezTo>
                    <a:pt x="1524" y="13591"/>
                    <a:pt x="1554" y="13651"/>
                    <a:pt x="1599" y="13712"/>
                  </a:cubicBezTo>
                  <a:lnTo>
                    <a:pt x="1614" y="13727"/>
                  </a:lnTo>
                  <a:lnTo>
                    <a:pt x="3288" y="12520"/>
                  </a:lnTo>
                  <a:cubicBezTo>
                    <a:pt x="3258" y="12475"/>
                    <a:pt x="3228" y="12429"/>
                    <a:pt x="3198" y="12369"/>
                  </a:cubicBezTo>
                  <a:close/>
                  <a:moveTo>
                    <a:pt x="3469" y="12746"/>
                  </a:moveTo>
                  <a:lnTo>
                    <a:pt x="1840" y="14028"/>
                  </a:lnTo>
                  <a:cubicBezTo>
                    <a:pt x="1840" y="14028"/>
                    <a:pt x="1856" y="14043"/>
                    <a:pt x="1871" y="14058"/>
                  </a:cubicBezTo>
                  <a:lnTo>
                    <a:pt x="1871" y="14058"/>
                  </a:lnTo>
                  <a:lnTo>
                    <a:pt x="1871" y="14074"/>
                  </a:lnTo>
                  <a:lnTo>
                    <a:pt x="1871" y="14074"/>
                  </a:lnTo>
                  <a:lnTo>
                    <a:pt x="1871" y="14074"/>
                  </a:lnTo>
                  <a:lnTo>
                    <a:pt x="1871" y="14074"/>
                  </a:lnTo>
                  <a:lnTo>
                    <a:pt x="1871" y="14074"/>
                  </a:lnTo>
                  <a:lnTo>
                    <a:pt x="1871" y="14074"/>
                  </a:lnTo>
                  <a:lnTo>
                    <a:pt x="1871" y="14074"/>
                  </a:lnTo>
                  <a:lnTo>
                    <a:pt x="1871" y="14074"/>
                  </a:lnTo>
                  <a:lnTo>
                    <a:pt x="1871" y="14074"/>
                  </a:lnTo>
                  <a:lnTo>
                    <a:pt x="1871" y="14074"/>
                  </a:lnTo>
                  <a:lnTo>
                    <a:pt x="1871" y="14074"/>
                  </a:lnTo>
                  <a:lnTo>
                    <a:pt x="1946" y="14164"/>
                  </a:lnTo>
                  <a:lnTo>
                    <a:pt x="1946" y="14164"/>
                  </a:lnTo>
                  <a:lnTo>
                    <a:pt x="1946" y="14164"/>
                  </a:lnTo>
                  <a:lnTo>
                    <a:pt x="1946" y="14164"/>
                  </a:lnTo>
                  <a:lnTo>
                    <a:pt x="3545" y="12852"/>
                  </a:lnTo>
                  <a:close/>
                  <a:moveTo>
                    <a:pt x="3756" y="13093"/>
                  </a:moveTo>
                  <a:lnTo>
                    <a:pt x="2218" y="14466"/>
                  </a:lnTo>
                  <a:lnTo>
                    <a:pt x="2368" y="14647"/>
                  </a:lnTo>
                  <a:lnTo>
                    <a:pt x="3877" y="13214"/>
                  </a:lnTo>
                  <a:lnTo>
                    <a:pt x="3756" y="13093"/>
                  </a:lnTo>
                  <a:close/>
                  <a:moveTo>
                    <a:pt x="4073" y="13410"/>
                  </a:moveTo>
                  <a:lnTo>
                    <a:pt x="2610" y="14903"/>
                  </a:lnTo>
                  <a:lnTo>
                    <a:pt x="2610" y="14903"/>
                  </a:lnTo>
                  <a:lnTo>
                    <a:pt x="2610" y="14903"/>
                  </a:lnTo>
                  <a:lnTo>
                    <a:pt x="2610" y="14903"/>
                  </a:lnTo>
                  <a:lnTo>
                    <a:pt x="2610" y="14903"/>
                  </a:lnTo>
                  <a:lnTo>
                    <a:pt x="2610" y="14903"/>
                  </a:lnTo>
                  <a:lnTo>
                    <a:pt x="2730" y="14994"/>
                  </a:lnTo>
                  <a:lnTo>
                    <a:pt x="2730" y="14994"/>
                  </a:lnTo>
                  <a:lnTo>
                    <a:pt x="2761" y="15039"/>
                  </a:lnTo>
                  <a:lnTo>
                    <a:pt x="4178" y="13515"/>
                  </a:lnTo>
                  <a:cubicBezTo>
                    <a:pt x="4133" y="13470"/>
                    <a:pt x="4088" y="13440"/>
                    <a:pt x="4043" y="13395"/>
                  </a:cubicBezTo>
                  <a:close/>
                  <a:moveTo>
                    <a:pt x="4390" y="13712"/>
                  </a:moveTo>
                  <a:lnTo>
                    <a:pt x="3047" y="15295"/>
                  </a:lnTo>
                  <a:lnTo>
                    <a:pt x="3198" y="15416"/>
                  </a:lnTo>
                  <a:lnTo>
                    <a:pt x="3198" y="15416"/>
                  </a:lnTo>
                  <a:lnTo>
                    <a:pt x="3198" y="15416"/>
                  </a:lnTo>
                  <a:lnTo>
                    <a:pt x="3198" y="15416"/>
                  </a:lnTo>
                  <a:lnTo>
                    <a:pt x="3198" y="15416"/>
                  </a:lnTo>
                  <a:lnTo>
                    <a:pt x="3198" y="15416"/>
                  </a:lnTo>
                  <a:lnTo>
                    <a:pt x="3213" y="15431"/>
                  </a:lnTo>
                  <a:lnTo>
                    <a:pt x="4510" y="13817"/>
                  </a:lnTo>
                  <a:lnTo>
                    <a:pt x="4375" y="13712"/>
                  </a:lnTo>
                  <a:close/>
                  <a:moveTo>
                    <a:pt x="4752" y="13998"/>
                  </a:moveTo>
                  <a:lnTo>
                    <a:pt x="3515" y="15657"/>
                  </a:lnTo>
                  <a:lnTo>
                    <a:pt x="3620" y="15748"/>
                  </a:lnTo>
                  <a:lnTo>
                    <a:pt x="3620" y="15748"/>
                  </a:lnTo>
                  <a:lnTo>
                    <a:pt x="3635" y="15748"/>
                  </a:lnTo>
                  <a:lnTo>
                    <a:pt x="3635" y="15748"/>
                  </a:lnTo>
                  <a:lnTo>
                    <a:pt x="3635" y="15748"/>
                  </a:lnTo>
                  <a:lnTo>
                    <a:pt x="3635" y="15748"/>
                  </a:lnTo>
                  <a:lnTo>
                    <a:pt x="3635" y="15748"/>
                  </a:lnTo>
                  <a:lnTo>
                    <a:pt x="3635" y="15748"/>
                  </a:lnTo>
                  <a:lnTo>
                    <a:pt x="3681" y="15778"/>
                  </a:lnTo>
                  <a:lnTo>
                    <a:pt x="4872" y="14074"/>
                  </a:lnTo>
                  <a:lnTo>
                    <a:pt x="4721" y="13968"/>
                  </a:lnTo>
                  <a:close/>
                  <a:moveTo>
                    <a:pt x="5129" y="14255"/>
                  </a:moveTo>
                  <a:lnTo>
                    <a:pt x="3997" y="15989"/>
                  </a:lnTo>
                  <a:lnTo>
                    <a:pt x="4163" y="16110"/>
                  </a:lnTo>
                  <a:lnTo>
                    <a:pt x="4163" y="16110"/>
                  </a:lnTo>
                  <a:lnTo>
                    <a:pt x="4163" y="16110"/>
                  </a:lnTo>
                  <a:lnTo>
                    <a:pt x="4178" y="16110"/>
                  </a:lnTo>
                  <a:lnTo>
                    <a:pt x="5264" y="14330"/>
                  </a:lnTo>
                  <a:cubicBezTo>
                    <a:pt x="5204" y="14300"/>
                    <a:pt x="5159" y="14270"/>
                    <a:pt x="5114" y="14239"/>
                  </a:cubicBezTo>
                  <a:close/>
                  <a:moveTo>
                    <a:pt x="5506" y="14481"/>
                  </a:moveTo>
                  <a:lnTo>
                    <a:pt x="4495" y="16291"/>
                  </a:lnTo>
                  <a:cubicBezTo>
                    <a:pt x="4556" y="16321"/>
                    <a:pt x="4616" y="16366"/>
                    <a:pt x="4676" y="16396"/>
                  </a:cubicBezTo>
                  <a:lnTo>
                    <a:pt x="4676" y="16396"/>
                  </a:lnTo>
                  <a:lnTo>
                    <a:pt x="4676" y="16396"/>
                  </a:lnTo>
                  <a:lnTo>
                    <a:pt x="4691" y="16396"/>
                  </a:lnTo>
                  <a:lnTo>
                    <a:pt x="5657" y="14556"/>
                  </a:lnTo>
                  <a:cubicBezTo>
                    <a:pt x="5596" y="14526"/>
                    <a:pt x="5551" y="14511"/>
                    <a:pt x="5491" y="14481"/>
                  </a:cubicBezTo>
                  <a:close/>
                  <a:moveTo>
                    <a:pt x="5898" y="14677"/>
                  </a:moveTo>
                  <a:lnTo>
                    <a:pt x="5023" y="16562"/>
                  </a:lnTo>
                  <a:lnTo>
                    <a:pt x="5159" y="16638"/>
                  </a:lnTo>
                  <a:lnTo>
                    <a:pt x="5189" y="16638"/>
                  </a:lnTo>
                  <a:lnTo>
                    <a:pt x="5234" y="16653"/>
                  </a:lnTo>
                  <a:lnTo>
                    <a:pt x="6064" y="14752"/>
                  </a:lnTo>
                  <a:cubicBezTo>
                    <a:pt x="6004" y="14722"/>
                    <a:pt x="5943" y="14707"/>
                    <a:pt x="5898" y="14677"/>
                  </a:cubicBezTo>
                  <a:close/>
                  <a:moveTo>
                    <a:pt x="6305" y="14858"/>
                  </a:moveTo>
                  <a:lnTo>
                    <a:pt x="5551" y="16789"/>
                  </a:lnTo>
                  <a:lnTo>
                    <a:pt x="5611" y="16819"/>
                  </a:lnTo>
                  <a:lnTo>
                    <a:pt x="5611" y="16819"/>
                  </a:lnTo>
                  <a:lnTo>
                    <a:pt x="5611" y="16819"/>
                  </a:lnTo>
                  <a:lnTo>
                    <a:pt x="5657" y="16819"/>
                  </a:lnTo>
                  <a:lnTo>
                    <a:pt x="5762" y="16849"/>
                  </a:lnTo>
                  <a:lnTo>
                    <a:pt x="6456" y="14903"/>
                  </a:lnTo>
                  <a:lnTo>
                    <a:pt x="6290" y="14843"/>
                  </a:lnTo>
                  <a:close/>
                  <a:moveTo>
                    <a:pt x="6728" y="15009"/>
                  </a:moveTo>
                  <a:lnTo>
                    <a:pt x="6109" y="16985"/>
                  </a:lnTo>
                  <a:lnTo>
                    <a:pt x="6335" y="17045"/>
                  </a:lnTo>
                  <a:lnTo>
                    <a:pt x="6894" y="15039"/>
                  </a:lnTo>
                  <a:lnTo>
                    <a:pt x="6728" y="14994"/>
                  </a:lnTo>
                  <a:close/>
                  <a:moveTo>
                    <a:pt x="7165" y="15114"/>
                  </a:moveTo>
                  <a:lnTo>
                    <a:pt x="6682" y="17136"/>
                  </a:lnTo>
                  <a:lnTo>
                    <a:pt x="6894" y="17181"/>
                  </a:lnTo>
                  <a:lnTo>
                    <a:pt x="7331" y="15160"/>
                  </a:lnTo>
                  <a:lnTo>
                    <a:pt x="7150" y="15114"/>
                  </a:lnTo>
                  <a:close/>
                  <a:moveTo>
                    <a:pt x="7602" y="15205"/>
                  </a:moveTo>
                  <a:lnTo>
                    <a:pt x="7240" y="17241"/>
                  </a:lnTo>
                  <a:lnTo>
                    <a:pt x="7467" y="17286"/>
                  </a:lnTo>
                  <a:lnTo>
                    <a:pt x="7753" y="15235"/>
                  </a:lnTo>
                  <a:lnTo>
                    <a:pt x="7587" y="15205"/>
                  </a:lnTo>
                  <a:close/>
                  <a:moveTo>
                    <a:pt x="8040" y="15265"/>
                  </a:moveTo>
                  <a:lnTo>
                    <a:pt x="7844" y="17332"/>
                  </a:lnTo>
                  <a:lnTo>
                    <a:pt x="8070" y="17347"/>
                  </a:lnTo>
                  <a:lnTo>
                    <a:pt x="8221" y="15280"/>
                  </a:lnTo>
                  <a:lnTo>
                    <a:pt x="8040" y="15265"/>
                  </a:lnTo>
                  <a:close/>
                  <a:moveTo>
                    <a:pt x="8492" y="15295"/>
                  </a:moveTo>
                  <a:lnTo>
                    <a:pt x="8417" y="17377"/>
                  </a:lnTo>
                  <a:lnTo>
                    <a:pt x="8598" y="17377"/>
                  </a:lnTo>
                  <a:lnTo>
                    <a:pt x="8658" y="17377"/>
                  </a:lnTo>
                  <a:lnTo>
                    <a:pt x="8658" y="15295"/>
                  </a:lnTo>
                  <a:lnTo>
                    <a:pt x="8477" y="15295"/>
                  </a:lnTo>
                  <a:close/>
                  <a:moveTo>
                    <a:pt x="9111" y="15280"/>
                  </a:moveTo>
                  <a:lnTo>
                    <a:pt x="8930" y="15280"/>
                  </a:lnTo>
                  <a:lnTo>
                    <a:pt x="9005" y="17362"/>
                  </a:lnTo>
                  <a:lnTo>
                    <a:pt x="9096" y="17362"/>
                  </a:lnTo>
                  <a:lnTo>
                    <a:pt x="9141" y="17362"/>
                  </a:lnTo>
                  <a:lnTo>
                    <a:pt x="9247" y="17362"/>
                  </a:lnTo>
                  <a:close/>
                  <a:moveTo>
                    <a:pt x="9563" y="15250"/>
                  </a:moveTo>
                  <a:lnTo>
                    <a:pt x="9382" y="15265"/>
                  </a:lnTo>
                  <a:lnTo>
                    <a:pt x="9594" y="17332"/>
                  </a:lnTo>
                  <a:lnTo>
                    <a:pt x="9820" y="17302"/>
                  </a:lnTo>
                  <a:close/>
                  <a:moveTo>
                    <a:pt x="10001" y="15175"/>
                  </a:moveTo>
                  <a:cubicBezTo>
                    <a:pt x="9941" y="15190"/>
                    <a:pt x="9880" y="15190"/>
                    <a:pt x="9820" y="15205"/>
                  </a:cubicBezTo>
                  <a:lnTo>
                    <a:pt x="10182" y="17241"/>
                  </a:lnTo>
                  <a:lnTo>
                    <a:pt x="10212" y="17241"/>
                  </a:lnTo>
                  <a:lnTo>
                    <a:pt x="10212" y="17241"/>
                  </a:lnTo>
                  <a:lnTo>
                    <a:pt x="10363" y="17211"/>
                  </a:lnTo>
                  <a:lnTo>
                    <a:pt x="10393" y="17211"/>
                  </a:lnTo>
                  <a:lnTo>
                    <a:pt x="9986" y="15190"/>
                  </a:lnTo>
                  <a:close/>
                  <a:moveTo>
                    <a:pt x="10423" y="15069"/>
                  </a:moveTo>
                  <a:lnTo>
                    <a:pt x="10257" y="15114"/>
                  </a:lnTo>
                  <a:lnTo>
                    <a:pt x="10755" y="17121"/>
                  </a:lnTo>
                  <a:lnTo>
                    <a:pt x="10800" y="17121"/>
                  </a:lnTo>
                  <a:lnTo>
                    <a:pt x="10815" y="17121"/>
                  </a:lnTo>
                  <a:lnTo>
                    <a:pt x="10876" y="17121"/>
                  </a:lnTo>
                  <a:lnTo>
                    <a:pt x="10981" y="17105"/>
                  </a:lnTo>
                  <a:lnTo>
                    <a:pt x="10423" y="15099"/>
                  </a:lnTo>
                  <a:close/>
                  <a:moveTo>
                    <a:pt x="10861" y="14933"/>
                  </a:moveTo>
                  <a:lnTo>
                    <a:pt x="10695" y="14994"/>
                  </a:lnTo>
                  <a:lnTo>
                    <a:pt x="11313" y="16970"/>
                  </a:lnTo>
                  <a:lnTo>
                    <a:pt x="11404" y="16940"/>
                  </a:lnTo>
                  <a:lnTo>
                    <a:pt x="11464" y="16940"/>
                  </a:lnTo>
                  <a:lnTo>
                    <a:pt x="11539" y="16909"/>
                  </a:lnTo>
                  <a:lnTo>
                    <a:pt x="10861" y="14948"/>
                  </a:lnTo>
                  <a:close/>
                  <a:moveTo>
                    <a:pt x="11268" y="14783"/>
                  </a:moveTo>
                  <a:lnTo>
                    <a:pt x="11117" y="14843"/>
                  </a:lnTo>
                  <a:lnTo>
                    <a:pt x="11871" y="16774"/>
                  </a:lnTo>
                  <a:lnTo>
                    <a:pt x="12007" y="16713"/>
                  </a:lnTo>
                  <a:lnTo>
                    <a:pt x="12007" y="16713"/>
                  </a:lnTo>
                  <a:lnTo>
                    <a:pt x="12067" y="16683"/>
                  </a:lnTo>
                  <a:lnTo>
                    <a:pt x="11253" y="14783"/>
                  </a:lnTo>
                  <a:close/>
                  <a:moveTo>
                    <a:pt x="11675" y="14586"/>
                  </a:moveTo>
                  <a:lnTo>
                    <a:pt x="11524" y="14662"/>
                  </a:lnTo>
                  <a:lnTo>
                    <a:pt x="12414" y="16532"/>
                  </a:lnTo>
                  <a:cubicBezTo>
                    <a:pt x="12475" y="16502"/>
                    <a:pt x="12550" y="16472"/>
                    <a:pt x="12610" y="16442"/>
                  </a:cubicBezTo>
                  <a:lnTo>
                    <a:pt x="11675" y="14586"/>
                  </a:lnTo>
                  <a:close/>
                  <a:moveTo>
                    <a:pt x="12067" y="14375"/>
                  </a:moveTo>
                  <a:lnTo>
                    <a:pt x="11916" y="14466"/>
                  </a:lnTo>
                  <a:lnTo>
                    <a:pt x="12927" y="16276"/>
                  </a:lnTo>
                  <a:lnTo>
                    <a:pt x="12927" y="16276"/>
                  </a:lnTo>
                  <a:lnTo>
                    <a:pt x="12942" y="16276"/>
                  </a:lnTo>
                  <a:lnTo>
                    <a:pt x="12957" y="16276"/>
                  </a:lnTo>
                  <a:lnTo>
                    <a:pt x="12957" y="16276"/>
                  </a:lnTo>
                  <a:lnTo>
                    <a:pt x="12957" y="16276"/>
                  </a:lnTo>
                  <a:lnTo>
                    <a:pt x="12957" y="16276"/>
                  </a:lnTo>
                  <a:lnTo>
                    <a:pt x="12957" y="16276"/>
                  </a:lnTo>
                  <a:lnTo>
                    <a:pt x="12957" y="16276"/>
                  </a:lnTo>
                  <a:lnTo>
                    <a:pt x="12957" y="16276"/>
                  </a:lnTo>
                  <a:lnTo>
                    <a:pt x="13108" y="16185"/>
                  </a:lnTo>
                  <a:lnTo>
                    <a:pt x="12052" y="14405"/>
                  </a:lnTo>
                  <a:close/>
                  <a:moveTo>
                    <a:pt x="12444" y="14134"/>
                  </a:moveTo>
                  <a:lnTo>
                    <a:pt x="12294" y="14224"/>
                  </a:lnTo>
                  <a:lnTo>
                    <a:pt x="13425" y="15959"/>
                  </a:lnTo>
                  <a:cubicBezTo>
                    <a:pt x="13470" y="15944"/>
                    <a:pt x="13500" y="15929"/>
                    <a:pt x="13530" y="15899"/>
                  </a:cubicBezTo>
                  <a:lnTo>
                    <a:pt x="13530" y="15899"/>
                  </a:lnTo>
                  <a:lnTo>
                    <a:pt x="13530" y="15899"/>
                  </a:lnTo>
                  <a:lnTo>
                    <a:pt x="13561" y="15899"/>
                  </a:lnTo>
                  <a:lnTo>
                    <a:pt x="13621" y="15853"/>
                  </a:lnTo>
                  <a:lnTo>
                    <a:pt x="12444" y="14149"/>
                  </a:lnTo>
                  <a:close/>
                  <a:moveTo>
                    <a:pt x="12806" y="13862"/>
                  </a:moveTo>
                  <a:cubicBezTo>
                    <a:pt x="12761" y="13908"/>
                    <a:pt x="12716" y="13938"/>
                    <a:pt x="12671" y="13968"/>
                  </a:cubicBezTo>
                  <a:lnTo>
                    <a:pt x="13908" y="15627"/>
                  </a:lnTo>
                  <a:lnTo>
                    <a:pt x="14104" y="15491"/>
                  </a:lnTo>
                  <a:lnTo>
                    <a:pt x="12806" y="13862"/>
                  </a:lnTo>
                  <a:close/>
                  <a:moveTo>
                    <a:pt x="13138" y="13576"/>
                  </a:moveTo>
                  <a:cubicBezTo>
                    <a:pt x="13108" y="13606"/>
                    <a:pt x="13063" y="13651"/>
                    <a:pt x="13018" y="13696"/>
                  </a:cubicBezTo>
                  <a:lnTo>
                    <a:pt x="14375" y="15265"/>
                  </a:lnTo>
                  <a:lnTo>
                    <a:pt x="14405" y="15220"/>
                  </a:lnTo>
                  <a:lnTo>
                    <a:pt x="14405" y="15220"/>
                  </a:lnTo>
                  <a:lnTo>
                    <a:pt x="14405" y="15220"/>
                  </a:lnTo>
                  <a:lnTo>
                    <a:pt x="14405" y="15220"/>
                  </a:lnTo>
                  <a:lnTo>
                    <a:pt x="14405" y="15220"/>
                  </a:lnTo>
                  <a:lnTo>
                    <a:pt x="14405" y="15220"/>
                  </a:lnTo>
                  <a:lnTo>
                    <a:pt x="14405" y="15220"/>
                  </a:lnTo>
                  <a:lnTo>
                    <a:pt x="14405" y="15220"/>
                  </a:lnTo>
                  <a:lnTo>
                    <a:pt x="14405" y="15220"/>
                  </a:lnTo>
                  <a:lnTo>
                    <a:pt x="14405" y="15220"/>
                  </a:lnTo>
                  <a:lnTo>
                    <a:pt x="14405" y="15220"/>
                  </a:lnTo>
                  <a:lnTo>
                    <a:pt x="14405" y="15220"/>
                  </a:lnTo>
                  <a:lnTo>
                    <a:pt x="14405" y="15220"/>
                  </a:lnTo>
                  <a:lnTo>
                    <a:pt x="14405" y="15220"/>
                  </a:lnTo>
                  <a:lnTo>
                    <a:pt x="14405" y="15220"/>
                  </a:lnTo>
                  <a:lnTo>
                    <a:pt x="14405" y="15220"/>
                  </a:lnTo>
                  <a:lnTo>
                    <a:pt x="14405" y="15220"/>
                  </a:lnTo>
                  <a:lnTo>
                    <a:pt x="14405" y="15220"/>
                  </a:lnTo>
                  <a:lnTo>
                    <a:pt x="14405" y="15220"/>
                  </a:lnTo>
                  <a:lnTo>
                    <a:pt x="14481" y="15160"/>
                  </a:lnTo>
                  <a:lnTo>
                    <a:pt x="13078" y="13636"/>
                  </a:lnTo>
                  <a:close/>
                  <a:moveTo>
                    <a:pt x="13470" y="13259"/>
                  </a:moveTo>
                  <a:lnTo>
                    <a:pt x="13349" y="13380"/>
                  </a:lnTo>
                  <a:lnTo>
                    <a:pt x="14798" y="14858"/>
                  </a:lnTo>
                  <a:lnTo>
                    <a:pt x="14798" y="14858"/>
                  </a:lnTo>
                  <a:lnTo>
                    <a:pt x="14798" y="14858"/>
                  </a:lnTo>
                  <a:lnTo>
                    <a:pt x="14798" y="14858"/>
                  </a:lnTo>
                  <a:lnTo>
                    <a:pt x="14813" y="14843"/>
                  </a:lnTo>
                  <a:lnTo>
                    <a:pt x="14813" y="14843"/>
                  </a:lnTo>
                  <a:lnTo>
                    <a:pt x="14918" y="14737"/>
                  </a:lnTo>
                  <a:lnTo>
                    <a:pt x="14918" y="14737"/>
                  </a:lnTo>
                  <a:lnTo>
                    <a:pt x="14918" y="14737"/>
                  </a:lnTo>
                  <a:lnTo>
                    <a:pt x="14918" y="14737"/>
                  </a:lnTo>
                  <a:lnTo>
                    <a:pt x="14918" y="14737"/>
                  </a:lnTo>
                  <a:lnTo>
                    <a:pt x="14918" y="14737"/>
                  </a:lnTo>
                  <a:lnTo>
                    <a:pt x="14918" y="14737"/>
                  </a:lnTo>
                  <a:lnTo>
                    <a:pt x="14918" y="14737"/>
                  </a:lnTo>
                  <a:lnTo>
                    <a:pt x="14933" y="14722"/>
                  </a:lnTo>
                  <a:lnTo>
                    <a:pt x="13440" y="13289"/>
                  </a:lnTo>
                  <a:close/>
                  <a:moveTo>
                    <a:pt x="13757" y="12927"/>
                  </a:moveTo>
                  <a:cubicBezTo>
                    <a:pt x="13727" y="12972"/>
                    <a:pt x="13681" y="13018"/>
                    <a:pt x="13651" y="13063"/>
                  </a:cubicBezTo>
                  <a:lnTo>
                    <a:pt x="15205" y="14436"/>
                  </a:lnTo>
                  <a:cubicBezTo>
                    <a:pt x="15235" y="14390"/>
                    <a:pt x="15265" y="14360"/>
                    <a:pt x="15310" y="14315"/>
                  </a:cubicBezTo>
                  <a:lnTo>
                    <a:pt x="15310" y="14315"/>
                  </a:lnTo>
                  <a:lnTo>
                    <a:pt x="15310" y="14315"/>
                  </a:lnTo>
                  <a:lnTo>
                    <a:pt x="15310" y="14315"/>
                  </a:lnTo>
                  <a:lnTo>
                    <a:pt x="15310" y="14315"/>
                  </a:lnTo>
                  <a:lnTo>
                    <a:pt x="15310" y="14315"/>
                  </a:lnTo>
                  <a:lnTo>
                    <a:pt x="15310" y="14315"/>
                  </a:lnTo>
                  <a:lnTo>
                    <a:pt x="15310" y="14315"/>
                  </a:lnTo>
                  <a:lnTo>
                    <a:pt x="15310" y="14315"/>
                  </a:lnTo>
                  <a:lnTo>
                    <a:pt x="15310" y="14315"/>
                  </a:lnTo>
                  <a:cubicBezTo>
                    <a:pt x="15310" y="14300"/>
                    <a:pt x="15325" y="14300"/>
                    <a:pt x="15341" y="14285"/>
                  </a:cubicBezTo>
                  <a:lnTo>
                    <a:pt x="13742" y="12957"/>
                  </a:lnTo>
                  <a:close/>
                  <a:moveTo>
                    <a:pt x="14043" y="12580"/>
                  </a:moveTo>
                  <a:cubicBezTo>
                    <a:pt x="13998" y="12626"/>
                    <a:pt x="13968" y="12671"/>
                    <a:pt x="13938" y="12716"/>
                  </a:cubicBezTo>
                  <a:lnTo>
                    <a:pt x="15582" y="13983"/>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82" y="13968"/>
                  </a:lnTo>
                  <a:lnTo>
                    <a:pt x="15597" y="13953"/>
                  </a:lnTo>
                  <a:lnTo>
                    <a:pt x="15597" y="13953"/>
                  </a:lnTo>
                  <a:lnTo>
                    <a:pt x="15597" y="13953"/>
                  </a:lnTo>
                  <a:lnTo>
                    <a:pt x="15597" y="13953"/>
                  </a:lnTo>
                  <a:lnTo>
                    <a:pt x="15597" y="13953"/>
                  </a:lnTo>
                  <a:lnTo>
                    <a:pt x="15597" y="13953"/>
                  </a:lnTo>
                  <a:lnTo>
                    <a:pt x="15597" y="13953"/>
                  </a:lnTo>
                  <a:lnTo>
                    <a:pt x="15597" y="13953"/>
                  </a:lnTo>
                  <a:lnTo>
                    <a:pt x="15597" y="13953"/>
                  </a:lnTo>
                  <a:lnTo>
                    <a:pt x="15597" y="13953"/>
                  </a:lnTo>
                  <a:cubicBezTo>
                    <a:pt x="15597" y="13938"/>
                    <a:pt x="15612" y="13923"/>
                    <a:pt x="15627" y="13908"/>
                  </a:cubicBezTo>
                  <a:lnTo>
                    <a:pt x="13953" y="12686"/>
                  </a:lnTo>
                  <a:close/>
                  <a:moveTo>
                    <a:pt x="14285" y="12203"/>
                  </a:moveTo>
                  <a:cubicBezTo>
                    <a:pt x="14255" y="12248"/>
                    <a:pt x="14224" y="12294"/>
                    <a:pt x="14194" y="12339"/>
                  </a:cubicBezTo>
                  <a:lnTo>
                    <a:pt x="15914" y="13500"/>
                  </a:lnTo>
                  <a:lnTo>
                    <a:pt x="15914" y="13485"/>
                  </a:lnTo>
                  <a:lnTo>
                    <a:pt x="15914" y="13485"/>
                  </a:lnTo>
                  <a:lnTo>
                    <a:pt x="15914" y="13485"/>
                  </a:lnTo>
                  <a:lnTo>
                    <a:pt x="15914" y="13485"/>
                  </a:lnTo>
                  <a:lnTo>
                    <a:pt x="15914" y="13485"/>
                  </a:lnTo>
                  <a:lnTo>
                    <a:pt x="15914" y="13485"/>
                  </a:lnTo>
                  <a:lnTo>
                    <a:pt x="15914" y="13485"/>
                  </a:lnTo>
                  <a:lnTo>
                    <a:pt x="15914" y="13485"/>
                  </a:lnTo>
                  <a:lnTo>
                    <a:pt x="15914" y="13485"/>
                  </a:lnTo>
                  <a:lnTo>
                    <a:pt x="15914" y="13485"/>
                  </a:lnTo>
                  <a:lnTo>
                    <a:pt x="15914" y="13485"/>
                  </a:lnTo>
                  <a:lnTo>
                    <a:pt x="15914" y="13485"/>
                  </a:lnTo>
                  <a:lnTo>
                    <a:pt x="16004" y="13334"/>
                  </a:lnTo>
                  <a:lnTo>
                    <a:pt x="14255" y="12233"/>
                  </a:lnTo>
                  <a:close/>
                  <a:moveTo>
                    <a:pt x="14511" y="11826"/>
                  </a:moveTo>
                  <a:cubicBezTo>
                    <a:pt x="14481" y="11871"/>
                    <a:pt x="14466" y="11917"/>
                    <a:pt x="14436" y="11977"/>
                  </a:cubicBezTo>
                  <a:lnTo>
                    <a:pt x="16231" y="13003"/>
                  </a:lnTo>
                  <a:lnTo>
                    <a:pt x="16291" y="12897"/>
                  </a:lnTo>
                  <a:lnTo>
                    <a:pt x="16291" y="12897"/>
                  </a:lnTo>
                  <a:lnTo>
                    <a:pt x="16291" y="12897"/>
                  </a:lnTo>
                  <a:lnTo>
                    <a:pt x="16291" y="12897"/>
                  </a:lnTo>
                  <a:lnTo>
                    <a:pt x="16291" y="12897"/>
                  </a:lnTo>
                  <a:lnTo>
                    <a:pt x="16291" y="12897"/>
                  </a:lnTo>
                  <a:lnTo>
                    <a:pt x="16291" y="12897"/>
                  </a:lnTo>
                  <a:lnTo>
                    <a:pt x="16291" y="12897"/>
                  </a:lnTo>
                  <a:lnTo>
                    <a:pt x="16291" y="12897"/>
                  </a:lnTo>
                  <a:lnTo>
                    <a:pt x="16321" y="12822"/>
                  </a:lnTo>
                  <a:lnTo>
                    <a:pt x="14496" y="11841"/>
                  </a:lnTo>
                  <a:close/>
                  <a:moveTo>
                    <a:pt x="14707" y="11419"/>
                  </a:moveTo>
                  <a:cubicBezTo>
                    <a:pt x="14677" y="11479"/>
                    <a:pt x="14662" y="11524"/>
                    <a:pt x="14632" y="11585"/>
                  </a:cubicBezTo>
                  <a:lnTo>
                    <a:pt x="16487" y="12490"/>
                  </a:lnTo>
                  <a:cubicBezTo>
                    <a:pt x="16532" y="12414"/>
                    <a:pt x="16562" y="12354"/>
                    <a:pt x="16593" y="12279"/>
                  </a:cubicBezTo>
                  <a:lnTo>
                    <a:pt x="14707" y="11419"/>
                  </a:lnTo>
                  <a:close/>
                  <a:moveTo>
                    <a:pt x="14873" y="11012"/>
                  </a:moveTo>
                  <a:cubicBezTo>
                    <a:pt x="14858" y="11057"/>
                    <a:pt x="14828" y="11117"/>
                    <a:pt x="14813" y="11177"/>
                  </a:cubicBezTo>
                  <a:lnTo>
                    <a:pt x="16728" y="11947"/>
                  </a:lnTo>
                  <a:cubicBezTo>
                    <a:pt x="16758" y="11871"/>
                    <a:pt x="16789" y="11811"/>
                    <a:pt x="16819" y="11736"/>
                  </a:cubicBezTo>
                  <a:close/>
                  <a:moveTo>
                    <a:pt x="15009" y="10589"/>
                  </a:moveTo>
                  <a:cubicBezTo>
                    <a:pt x="14994" y="10650"/>
                    <a:pt x="14979" y="10695"/>
                    <a:pt x="14963" y="10755"/>
                  </a:cubicBezTo>
                  <a:lnTo>
                    <a:pt x="16939" y="11404"/>
                  </a:lnTo>
                  <a:lnTo>
                    <a:pt x="16939" y="11358"/>
                  </a:lnTo>
                  <a:lnTo>
                    <a:pt x="16939" y="11358"/>
                  </a:lnTo>
                  <a:lnTo>
                    <a:pt x="16939" y="11358"/>
                  </a:lnTo>
                  <a:lnTo>
                    <a:pt x="16939" y="11358"/>
                  </a:lnTo>
                  <a:lnTo>
                    <a:pt x="16939" y="11358"/>
                  </a:lnTo>
                  <a:lnTo>
                    <a:pt x="16939" y="11358"/>
                  </a:lnTo>
                  <a:lnTo>
                    <a:pt x="16939" y="11358"/>
                  </a:lnTo>
                  <a:lnTo>
                    <a:pt x="16939" y="11358"/>
                  </a:lnTo>
                  <a:cubicBezTo>
                    <a:pt x="16970" y="11298"/>
                    <a:pt x="16985" y="11253"/>
                    <a:pt x="17000" y="11193"/>
                  </a:cubicBezTo>
                  <a:lnTo>
                    <a:pt x="17000" y="11193"/>
                  </a:lnTo>
                  <a:lnTo>
                    <a:pt x="15009" y="10604"/>
                  </a:lnTo>
                  <a:close/>
                  <a:moveTo>
                    <a:pt x="15129" y="10152"/>
                  </a:moveTo>
                  <a:cubicBezTo>
                    <a:pt x="15114" y="10212"/>
                    <a:pt x="15099" y="10272"/>
                    <a:pt x="15084" y="10318"/>
                  </a:cubicBezTo>
                  <a:lnTo>
                    <a:pt x="17105" y="10831"/>
                  </a:lnTo>
                  <a:cubicBezTo>
                    <a:pt x="17105" y="10815"/>
                    <a:pt x="17105" y="10800"/>
                    <a:pt x="17105" y="10770"/>
                  </a:cubicBezTo>
                  <a:lnTo>
                    <a:pt x="17105" y="10770"/>
                  </a:lnTo>
                  <a:lnTo>
                    <a:pt x="17105" y="10755"/>
                  </a:lnTo>
                  <a:lnTo>
                    <a:pt x="17105" y="10755"/>
                  </a:lnTo>
                  <a:lnTo>
                    <a:pt x="17105" y="10755"/>
                  </a:lnTo>
                  <a:lnTo>
                    <a:pt x="17105" y="10755"/>
                  </a:lnTo>
                  <a:lnTo>
                    <a:pt x="17105" y="10755"/>
                  </a:lnTo>
                  <a:lnTo>
                    <a:pt x="17105" y="10755"/>
                  </a:lnTo>
                  <a:lnTo>
                    <a:pt x="17105" y="10755"/>
                  </a:lnTo>
                  <a:lnTo>
                    <a:pt x="17105" y="10755"/>
                  </a:lnTo>
                  <a:lnTo>
                    <a:pt x="17105" y="10755"/>
                  </a:lnTo>
                  <a:lnTo>
                    <a:pt x="17105" y="10755"/>
                  </a:lnTo>
                  <a:lnTo>
                    <a:pt x="17105" y="10755"/>
                  </a:lnTo>
                  <a:lnTo>
                    <a:pt x="17105" y="10755"/>
                  </a:lnTo>
                  <a:lnTo>
                    <a:pt x="17105" y="10710"/>
                  </a:lnTo>
                  <a:lnTo>
                    <a:pt x="17105" y="10710"/>
                  </a:lnTo>
                  <a:lnTo>
                    <a:pt x="17105" y="10710"/>
                  </a:lnTo>
                  <a:lnTo>
                    <a:pt x="17105" y="10710"/>
                  </a:lnTo>
                  <a:lnTo>
                    <a:pt x="17105" y="10710"/>
                  </a:lnTo>
                  <a:lnTo>
                    <a:pt x="17105" y="10710"/>
                  </a:lnTo>
                  <a:cubicBezTo>
                    <a:pt x="17120" y="10695"/>
                    <a:pt x="17120" y="10680"/>
                    <a:pt x="17120" y="10665"/>
                  </a:cubicBezTo>
                  <a:lnTo>
                    <a:pt x="15099" y="10197"/>
                  </a:lnTo>
                  <a:close/>
                  <a:moveTo>
                    <a:pt x="15205" y="9714"/>
                  </a:moveTo>
                  <a:lnTo>
                    <a:pt x="15190" y="9895"/>
                  </a:lnTo>
                  <a:lnTo>
                    <a:pt x="17226" y="10272"/>
                  </a:lnTo>
                  <a:lnTo>
                    <a:pt x="17226" y="10272"/>
                  </a:lnTo>
                  <a:lnTo>
                    <a:pt x="17226" y="10272"/>
                  </a:lnTo>
                  <a:lnTo>
                    <a:pt x="17226" y="10272"/>
                  </a:lnTo>
                  <a:lnTo>
                    <a:pt x="17226" y="10272"/>
                  </a:lnTo>
                  <a:lnTo>
                    <a:pt x="17226" y="10272"/>
                  </a:lnTo>
                  <a:cubicBezTo>
                    <a:pt x="17241" y="10197"/>
                    <a:pt x="17241" y="10122"/>
                    <a:pt x="17256" y="10046"/>
                  </a:cubicBezTo>
                  <a:lnTo>
                    <a:pt x="15205" y="9729"/>
                  </a:lnTo>
                  <a:close/>
                  <a:moveTo>
                    <a:pt x="15265" y="9277"/>
                  </a:moveTo>
                  <a:cubicBezTo>
                    <a:pt x="15265" y="9337"/>
                    <a:pt x="15265" y="9382"/>
                    <a:pt x="15250" y="9443"/>
                  </a:cubicBezTo>
                  <a:lnTo>
                    <a:pt x="17301" y="9684"/>
                  </a:lnTo>
                  <a:lnTo>
                    <a:pt x="17301" y="9594"/>
                  </a:lnTo>
                  <a:lnTo>
                    <a:pt x="17301" y="9594"/>
                  </a:lnTo>
                  <a:lnTo>
                    <a:pt x="17301" y="9594"/>
                  </a:lnTo>
                  <a:lnTo>
                    <a:pt x="17301" y="9594"/>
                  </a:lnTo>
                  <a:lnTo>
                    <a:pt x="17301" y="9594"/>
                  </a:lnTo>
                  <a:lnTo>
                    <a:pt x="17301" y="9594"/>
                  </a:lnTo>
                  <a:lnTo>
                    <a:pt x="17301" y="9579"/>
                  </a:lnTo>
                  <a:lnTo>
                    <a:pt x="17301" y="9579"/>
                  </a:lnTo>
                  <a:lnTo>
                    <a:pt x="17301" y="9579"/>
                  </a:lnTo>
                  <a:lnTo>
                    <a:pt x="17301" y="9579"/>
                  </a:lnTo>
                  <a:lnTo>
                    <a:pt x="17301" y="9548"/>
                  </a:lnTo>
                  <a:lnTo>
                    <a:pt x="17301" y="9548"/>
                  </a:lnTo>
                  <a:lnTo>
                    <a:pt x="17301" y="9548"/>
                  </a:lnTo>
                  <a:lnTo>
                    <a:pt x="17301" y="9548"/>
                  </a:lnTo>
                  <a:lnTo>
                    <a:pt x="17301" y="9548"/>
                  </a:lnTo>
                  <a:lnTo>
                    <a:pt x="17301" y="9548"/>
                  </a:lnTo>
                  <a:lnTo>
                    <a:pt x="17301" y="9548"/>
                  </a:lnTo>
                  <a:lnTo>
                    <a:pt x="17301" y="9548"/>
                  </a:lnTo>
                  <a:lnTo>
                    <a:pt x="17301" y="9548"/>
                  </a:lnTo>
                  <a:lnTo>
                    <a:pt x="17301" y="9548"/>
                  </a:lnTo>
                  <a:lnTo>
                    <a:pt x="17301" y="9473"/>
                  </a:lnTo>
                  <a:lnTo>
                    <a:pt x="15235" y="9277"/>
                  </a:lnTo>
                  <a:close/>
                  <a:moveTo>
                    <a:pt x="15295" y="8824"/>
                  </a:moveTo>
                  <a:lnTo>
                    <a:pt x="15295" y="9005"/>
                  </a:lnTo>
                  <a:lnTo>
                    <a:pt x="17362" y="9096"/>
                  </a:lnTo>
                  <a:lnTo>
                    <a:pt x="17362" y="8975"/>
                  </a:lnTo>
                  <a:lnTo>
                    <a:pt x="17362" y="8975"/>
                  </a:lnTo>
                  <a:lnTo>
                    <a:pt x="17362" y="8975"/>
                  </a:lnTo>
                  <a:lnTo>
                    <a:pt x="17362" y="8975"/>
                  </a:lnTo>
                  <a:lnTo>
                    <a:pt x="17362" y="8975"/>
                  </a:lnTo>
                  <a:lnTo>
                    <a:pt x="17362" y="8975"/>
                  </a:lnTo>
                  <a:lnTo>
                    <a:pt x="17362" y="8975"/>
                  </a:lnTo>
                  <a:lnTo>
                    <a:pt x="17362" y="8975"/>
                  </a:lnTo>
                  <a:lnTo>
                    <a:pt x="17362" y="8975"/>
                  </a:lnTo>
                  <a:lnTo>
                    <a:pt x="17362" y="8975"/>
                  </a:lnTo>
                  <a:lnTo>
                    <a:pt x="17362" y="8945"/>
                  </a:lnTo>
                  <a:lnTo>
                    <a:pt x="17362" y="8945"/>
                  </a:lnTo>
                  <a:lnTo>
                    <a:pt x="17362" y="8915"/>
                  </a:lnTo>
                  <a:lnTo>
                    <a:pt x="17362" y="8915"/>
                  </a:lnTo>
                  <a:lnTo>
                    <a:pt x="17362" y="8900"/>
                  </a:lnTo>
                  <a:lnTo>
                    <a:pt x="17362" y="8900"/>
                  </a:lnTo>
                  <a:lnTo>
                    <a:pt x="15295" y="8855"/>
                  </a:lnTo>
                  <a:close/>
                  <a:moveTo>
                    <a:pt x="17362" y="8281"/>
                  </a:moveTo>
                  <a:lnTo>
                    <a:pt x="15295" y="8372"/>
                  </a:lnTo>
                  <a:lnTo>
                    <a:pt x="15295" y="8553"/>
                  </a:lnTo>
                  <a:lnTo>
                    <a:pt x="17362" y="8508"/>
                  </a:lnTo>
                  <a:lnTo>
                    <a:pt x="17362" y="8402"/>
                  </a:lnTo>
                  <a:lnTo>
                    <a:pt x="17362" y="8402"/>
                  </a:lnTo>
                  <a:lnTo>
                    <a:pt x="17362" y="8402"/>
                  </a:lnTo>
                  <a:lnTo>
                    <a:pt x="17362" y="8402"/>
                  </a:lnTo>
                  <a:lnTo>
                    <a:pt x="17362" y="8387"/>
                  </a:lnTo>
                  <a:lnTo>
                    <a:pt x="17362" y="8387"/>
                  </a:lnTo>
                  <a:lnTo>
                    <a:pt x="17362" y="8357"/>
                  </a:lnTo>
                  <a:lnTo>
                    <a:pt x="17362" y="8357"/>
                  </a:lnTo>
                  <a:lnTo>
                    <a:pt x="17362" y="8357"/>
                  </a:lnTo>
                  <a:lnTo>
                    <a:pt x="17362" y="8357"/>
                  </a:lnTo>
                  <a:lnTo>
                    <a:pt x="17362" y="8342"/>
                  </a:lnTo>
                  <a:lnTo>
                    <a:pt x="17362" y="8342"/>
                  </a:lnTo>
                  <a:lnTo>
                    <a:pt x="17362" y="8342"/>
                  </a:lnTo>
                  <a:lnTo>
                    <a:pt x="17362" y="8342"/>
                  </a:lnTo>
                  <a:lnTo>
                    <a:pt x="17362" y="8342"/>
                  </a:lnTo>
                  <a:lnTo>
                    <a:pt x="17362" y="8342"/>
                  </a:lnTo>
                  <a:cubicBezTo>
                    <a:pt x="17362" y="8342"/>
                    <a:pt x="17362" y="8327"/>
                    <a:pt x="17362" y="8312"/>
                  </a:cubicBezTo>
                  <a:close/>
                  <a:moveTo>
                    <a:pt x="17317" y="7693"/>
                  </a:moveTo>
                  <a:lnTo>
                    <a:pt x="15250" y="7934"/>
                  </a:lnTo>
                  <a:cubicBezTo>
                    <a:pt x="15250" y="7995"/>
                    <a:pt x="15265" y="8040"/>
                    <a:pt x="15280" y="8100"/>
                  </a:cubicBezTo>
                  <a:lnTo>
                    <a:pt x="17347" y="7919"/>
                  </a:lnTo>
                  <a:lnTo>
                    <a:pt x="17347" y="7919"/>
                  </a:lnTo>
                  <a:lnTo>
                    <a:pt x="17347" y="7919"/>
                  </a:lnTo>
                  <a:lnTo>
                    <a:pt x="17347" y="7919"/>
                  </a:lnTo>
                  <a:lnTo>
                    <a:pt x="17347" y="7919"/>
                  </a:lnTo>
                  <a:lnTo>
                    <a:pt x="17347" y="7919"/>
                  </a:lnTo>
                  <a:lnTo>
                    <a:pt x="17347" y="7919"/>
                  </a:lnTo>
                  <a:lnTo>
                    <a:pt x="17347" y="7919"/>
                  </a:lnTo>
                  <a:lnTo>
                    <a:pt x="17347" y="7919"/>
                  </a:lnTo>
                  <a:lnTo>
                    <a:pt x="17347" y="7919"/>
                  </a:lnTo>
                  <a:lnTo>
                    <a:pt x="17347" y="7919"/>
                  </a:lnTo>
                  <a:lnTo>
                    <a:pt x="17347" y="7919"/>
                  </a:lnTo>
                  <a:lnTo>
                    <a:pt x="17347" y="7919"/>
                  </a:lnTo>
                  <a:cubicBezTo>
                    <a:pt x="17347" y="7844"/>
                    <a:pt x="17332" y="7784"/>
                    <a:pt x="17332" y="7723"/>
                  </a:cubicBezTo>
                  <a:close/>
                  <a:moveTo>
                    <a:pt x="17226" y="7105"/>
                  </a:moveTo>
                  <a:lnTo>
                    <a:pt x="15190" y="7482"/>
                  </a:lnTo>
                  <a:cubicBezTo>
                    <a:pt x="15205" y="7542"/>
                    <a:pt x="15205" y="7603"/>
                    <a:pt x="15220" y="7663"/>
                  </a:cubicBezTo>
                  <a:lnTo>
                    <a:pt x="17271" y="7346"/>
                  </a:lnTo>
                  <a:cubicBezTo>
                    <a:pt x="17271" y="7286"/>
                    <a:pt x="17256" y="7241"/>
                    <a:pt x="17241" y="7195"/>
                  </a:cubicBezTo>
                  <a:lnTo>
                    <a:pt x="17241" y="7195"/>
                  </a:lnTo>
                  <a:lnTo>
                    <a:pt x="17241" y="7195"/>
                  </a:lnTo>
                  <a:lnTo>
                    <a:pt x="17241" y="7195"/>
                  </a:lnTo>
                  <a:lnTo>
                    <a:pt x="17241" y="7180"/>
                  </a:lnTo>
                  <a:lnTo>
                    <a:pt x="17241" y="7180"/>
                  </a:lnTo>
                  <a:lnTo>
                    <a:pt x="17241" y="7180"/>
                  </a:lnTo>
                  <a:lnTo>
                    <a:pt x="17241" y="7180"/>
                  </a:lnTo>
                  <a:lnTo>
                    <a:pt x="17241" y="7180"/>
                  </a:lnTo>
                  <a:lnTo>
                    <a:pt x="17241" y="7180"/>
                  </a:lnTo>
                  <a:lnTo>
                    <a:pt x="17241" y="7180"/>
                  </a:lnTo>
                  <a:lnTo>
                    <a:pt x="17241" y="7180"/>
                  </a:lnTo>
                  <a:lnTo>
                    <a:pt x="17241" y="7150"/>
                  </a:lnTo>
                  <a:close/>
                  <a:moveTo>
                    <a:pt x="17105" y="6547"/>
                  </a:moveTo>
                  <a:lnTo>
                    <a:pt x="15099" y="7060"/>
                  </a:lnTo>
                  <a:cubicBezTo>
                    <a:pt x="15114" y="7120"/>
                    <a:pt x="15129" y="7180"/>
                    <a:pt x="15129" y="7225"/>
                  </a:cubicBezTo>
                  <a:lnTo>
                    <a:pt x="17151" y="6773"/>
                  </a:lnTo>
                  <a:cubicBezTo>
                    <a:pt x="17151" y="6758"/>
                    <a:pt x="17151" y="6728"/>
                    <a:pt x="17151" y="6713"/>
                  </a:cubicBezTo>
                  <a:lnTo>
                    <a:pt x="17151" y="6713"/>
                  </a:lnTo>
                  <a:lnTo>
                    <a:pt x="17151" y="6713"/>
                  </a:lnTo>
                  <a:lnTo>
                    <a:pt x="17151" y="6713"/>
                  </a:lnTo>
                  <a:lnTo>
                    <a:pt x="17151" y="6698"/>
                  </a:lnTo>
                  <a:lnTo>
                    <a:pt x="17151" y="6698"/>
                  </a:lnTo>
                  <a:lnTo>
                    <a:pt x="17151" y="6698"/>
                  </a:lnTo>
                  <a:lnTo>
                    <a:pt x="17151" y="6698"/>
                  </a:lnTo>
                  <a:lnTo>
                    <a:pt x="17151" y="6682"/>
                  </a:lnTo>
                  <a:lnTo>
                    <a:pt x="17151" y="6682"/>
                  </a:lnTo>
                  <a:lnTo>
                    <a:pt x="17151" y="6682"/>
                  </a:lnTo>
                  <a:lnTo>
                    <a:pt x="17151" y="6682"/>
                  </a:lnTo>
                  <a:lnTo>
                    <a:pt x="17151" y="6682"/>
                  </a:lnTo>
                  <a:lnTo>
                    <a:pt x="17151" y="6682"/>
                  </a:lnTo>
                  <a:lnTo>
                    <a:pt x="17151" y="6682"/>
                  </a:lnTo>
                  <a:lnTo>
                    <a:pt x="17151" y="6682"/>
                  </a:lnTo>
                  <a:lnTo>
                    <a:pt x="17136" y="6637"/>
                  </a:lnTo>
                  <a:lnTo>
                    <a:pt x="17136" y="6637"/>
                  </a:lnTo>
                  <a:lnTo>
                    <a:pt x="17136" y="6637"/>
                  </a:lnTo>
                  <a:lnTo>
                    <a:pt x="17136" y="6637"/>
                  </a:lnTo>
                  <a:lnTo>
                    <a:pt x="17136" y="6637"/>
                  </a:lnTo>
                  <a:lnTo>
                    <a:pt x="17136" y="6637"/>
                  </a:lnTo>
                  <a:lnTo>
                    <a:pt x="17136" y="6637"/>
                  </a:lnTo>
                  <a:lnTo>
                    <a:pt x="17136" y="6637"/>
                  </a:lnTo>
                  <a:lnTo>
                    <a:pt x="17136" y="6637"/>
                  </a:lnTo>
                  <a:lnTo>
                    <a:pt x="17136" y="6637"/>
                  </a:lnTo>
                  <a:lnTo>
                    <a:pt x="17136" y="6637"/>
                  </a:lnTo>
                  <a:lnTo>
                    <a:pt x="17136" y="6637"/>
                  </a:lnTo>
                  <a:lnTo>
                    <a:pt x="17136" y="6622"/>
                  </a:lnTo>
                  <a:lnTo>
                    <a:pt x="17136" y="6622"/>
                  </a:lnTo>
                  <a:lnTo>
                    <a:pt x="17136" y="6622"/>
                  </a:lnTo>
                  <a:close/>
                  <a:moveTo>
                    <a:pt x="16939" y="5973"/>
                  </a:moveTo>
                  <a:lnTo>
                    <a:pt x="14963" y="6637"/>
                  </a:lnTo>
                  <a:cubicBezTo>
                    <a:pt x="14994" y="6682"/>
                    <a:pt x="15009" y="6743"/>
                    <a:pt x="15024" y="6803"/>
                  </a:cubicBezTo>
                  <a:lnTo>
                    <a:pt x="17015" y="6200"/>
                  </a:lnTo>
                  <a:lnTo>
                    <a:pt x="16970" y="6094"/>
                  </a:lnTo>
                  <a:lnTo>
                    <a:pt x="16970" y="6094"/>
                  </a:lnTo>
                  <a:lnTo>
                    <a:pt x="16970" y="6094"/>
                  </a:lnTo>
                  <a:lnTo>
                    <a:pt x="16970" y="6094"/>
                  </a:lnTo>
                  <a:lnTo>
                    <a:pt x="16970" y="6094"/>
                  </a:lnTo>
                  <a:lnTo>
                    <a:pt x="16970" y="6094"/>
                  </a:lnTo>
                  <a:lnTo>
                    <a:pt x="16970" y="6094"/>
                  </a:lnTo>
                  <a:lnTo>
                    <a:pt x="16970" y="6094"/>
                  </a:lnTo>
                  <a:lnTo>
                    <a:pt x="16970" y="6094"/>
                  </a:lnTo>
                  <a:lnTo>
                    <a:pt x="16970" y="6094"/>
                  </a:lnTo>
                  <a:lnTo>
                    <a:pt x="16970" y="6094"/>
                  </a:lnTo>
                  <a:lnTo>
                    <a:pt x="16970" y="6094"/>
                  </a:lnTo>
                  <a:lnTo>
                    <a:pt x="16970" y="6094"/>
                  </a:lnTo>
                  <a:lnTo>
                    <a:pt x="16970" y="6094"/>
                  </a:lnTo>
                  <a:lnTo>
                    <a:pt x="16970" y="6094"/>
                  </a:lnTo>
                  <a:lnTo>
                    <a:pt x="16970" y="6094"/>
                  </a:lnTo>
                  <a:lnTo>
                    <a:pt x="16970" y="6079"/>
                  </a:lnTo>
                  <a:lnTo>
                    <a:pt x="16970" y="6079"/>
                  </a:lnTo>
                  <a:lnTo>
                    <a:pt x="16970" y="6079"/>
                  </a:lnTo>
                  <a:lnTo>
                    <a:pt x="16970" y="6079"/>
                  </a:lnTo>
                  <a:lnTo>
                    <a:pt x="16970" y="6079"/>
                  </a:lnTo>
                  <a:lnTo>
                    <a:pt x="16970" y="6079"/>
                  </a:lnTo>
                  <a:lnTo>
                    <a:pt x="16970" y="6049"/>
                  </a:lnTo>
                  <a:close/>
                  <a:moveTo>
                    <a:pt x="16743" y="5430"/>
                  </a:moveTo>
                  <a:lnTo>
                    <a:pt x="14813" y="6215"/>
                  </a:lnTo>
                  <a:cubicBezTo>
                    <a:pt x="14843" y="6260"/>
                    <a:pt x="14858" y="6320"/>
                    <a:pt x="14873" y="6381"/>
                  </a:cubicBezTo>
                  <a:lnTo>
                    <a:pt x="16819" y="5642"/>
                  </a:lnTo>
                  <a:lnTo>
                    <a:pt x="16819" y="5627"/>
                  </a:lnTo>
                  <a:lnTo>
                    <a:pt x="16819" y="5627"/>
                  </a:lnTo>
                  <a:lnTo>
                    <a:pt x="16819" y="5627"/>
                  </a:lnTo>
                  <a:lnTo>
                    <a:pt x="16819" y="5627"/>
                  </a:lnTo>
                  <a:lnTo>
                    <a:pt x="16819" y="5627"/>
                  </a:lnTo>
                  <a:lnTo>
                    <a:pt x="16819" y="5627"/>
                  </a:lnTo>
                  <a:lnTo>
                    <a:pt x="16789" y="5536"/>
                  </a:lnTo>
                  <a:lnTo>
                    <a:pt x="16789" y="5536"/>
                  </a:lnTo>
                  <a:lnTo>
                    <a:pt x="16789" y="5536"/>
                  </a:lnTo>
                  <a:lnTo>
                    <a:pt x="16789" y="5536"/>
                  </a:lnTo>
                  <a:lnTo>
                    <a:pt x="16789" y="5536"/>
                  </a:lnTo>
                  <a:lnTo>
                    <a:pt x="16789" y="5536"/>
                  </a:lnTo>
                  <a:lnTo>
                    <a:pt x="16789" y="5536"/>
                  </a:lnTo>
                  <a:lnTo>
                    <a:pt x="16789" y="5536"/>
                  </a:lnTo>
                  <a:lnTo>
                    <a:pt x="16758" y="5476"/>
                  </a:lnTo>
                  <a:close/>
                  <a:moveTo>
                    <a:pt x="16502" y="4887"/>
                  </a:moveTo>
                  <a:lnTo>
                    <a:pt x="14632" y="5808"/>
                  </a:lnTo>
                  <a:cubicBezTo>
                    <a:pt x="14662" y="5853"/>
                    <a:pt x="14677" y="5913"/>
                    <a:pt x="14707" y="5958"/>
                  </a:cubicBezTo>
                  <a:lnTo>
                    <a:pt x="16593" y="5099"/>
                  </a:lnTo>
                  <a:lnTo>
                    <a:pt x="16562" y="5038"/>
                  </a:lnTo>
                  <a:lnTo>
                    <a:pt x="16562" y="5038"/>
                  </a:lnTo>
                  <a:lnTo>
                    <a:pt x="16562" y="5038"/>
                  </a:lnTo>
                  <a:lnTo>
                    <a:pt x="16562" y="5038"/>
                  </a:lnTo>
                  <a:lnTo>
                    <a:pt x="16562" y="5038"/>
                  </a:lnTo>
                  <a:lnTo>
                    <a:pt x="16562" y="5038"/>
                  </a:lnTo>
                  <a:lnTo>
                    <a:pt x="16562" y="5038"/>
                  </a:lnTo>
                  <a:lnTo>
                    <a:pt x="16562" y="5038"/>
                  </a:lnTo>
                  <a:lnTo>
                    <a:pt x="16562" y="5038"/>
                  </a:lnTo>
                  <a:lnTo>
                    <a:pt x="16562" y="5038"/>
                  </a:lnTo>
                  <a:lnTo>
                    <a:pt x="16562" y="5023"/>
                  </a:lnTo>
                  <a:lnTo>
                    <a:pt x="16562" y="5023"/>
                  </a:lnTo>
                  <a:lnTo>
                    <a:pt x="16562" y="5023"/>
                  </a:lnTo>
                  <a:lnTo>
                    <a:pt x="16562" y="5023"/>
                  </a:lnTo>
                  <a:lnTo>
                    <a:pt x="16562" y="5023"/>
                  </a:lnTo>
                  <a:lnTo>
                    <a:pt x="16562" y="5023"/>
                  </a:lnTo>
                  <a:lnTo>
                    <a:pt x="16562" y="4993"/>
                  </a:lnTo>
                  <a:lnTo>
                    <a:pt x="16562" y="4993"/>
                  </a:lnTo>
                  <a:lnTo>
                    <a:pt x="16562" y="4993"/>
                  </a:lnTo>
                  <a:lnTo>
                    <a:pt x="16562" y="4993"/>
                  </a:lnTo>
                  <a:lnTo>
                    <a:pt x="16532" y="4933"/>
                  </a:lnTo>
                  <a:close/>
                  <a:moveTo>
                    <a:pt x="16215" y="4375"/>
                  </a:moveTo>
                  <a:lnTo>
                    <a:pt x="14420" y="5415"/>
                  </a:lnTo>
                  <a:cubicBezTo>
                    <a:pt x="14451" y="5461"/>
                    <a:pt x="14481" y="5506"/>
                    <a:pt x="14511" y="5566"/>
                  </a:cubicBezTo>
                  <a:lnTo>
                    <a:pt x="16336" y="4571"/>
                  </a:lnTo>
                  <a:cubicBezTo>
                    <a:pt x="16291" y="4510"/>
                    <a:pt x="16261" y="4435"/>
                    <a:pt x="16215" y="4375"/>
                  </a:cubicBezTo>
                  <a:close/>
                  <a:moveTo>
                    <a:pt x="15914" y="3877"/>
                  </a:moveTo>
                  <a:lnTo>
                    <a:pt x="14179" y="5023"/>
                  </a:lnTo>
                  <a:lnTo>
                    <a:pt x="14270" y="5159"/>
                  </a:lnTo>
                  <a:lnTo>
                    <a:pt x="16034" y="4058"/>
                  </a:lnTo>
                  <a:cubicBezTo>
                    <a:pt x="16019" y="4043"/>
                    <a:pt x="16019" y="4028"/>
                    <a:pt x="16004" y="4028"/>
                  </a:cubicBez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6004" y="4028"/>
                  </a:lnTo>
                  <a:lnTo>
                    <a:pt x="15974" y="3982"/>
                  </a:lnTo>
                  <a:close/>
                  <a:moveTo>
                    <a:pt x="15567" y="3394"/>
                  </a:moveTo>
                  <a:lnTo>
                    <a:pt x="13923" y="4661"/>
                  </a:lnTo>
                  <a:cubicBezTo>
                    <a:pt x="13968" y="4722"/>
                    <a:pt x="13998" y="4767"/>
                    <a:pt x="14028" y="4812"/>
                  </a:cubicBezTo>
                  <a:lnTo>
                    <a:pt x="15703" y="3590"/>
                  </a:lnTo>
                  <a:cubicBezTo>
                    <a:pt x="15657" y="3530"/>
                    <a:pt x="15612" y="3454"/>
                    <a:pt x="15567" y="3394"/>
                  </a:cubicBezTo>
                  <a:close/>
                  <a:moveTo>
                    <a:pt x="15190" y="2942"/>
                  </a:moveTo>
                  <a:lnTo>
                    <a:pt x="13636" y="4329"/>
                  </a:lnTo>
                  <a:cubicBezTo>
                    <a:pt x="13681" y="4360"/>
                    <a:pt x="13711" y="4405"/>
                    <a:pt x="13757" y="4450"/>
                  </a:cubicBezTo>
                  <a:lnTo>
                    <a:pt x="15341" y="3123"/>
                  </a:lnTo>
                  <a:lnTo>
                    <a:pt x="15310" y="3092"/>
                  </a:lnTo>
                  <a:lnTo>
                    <a:pt x="15310" y="3092"/>
                  </a:lnTo>
                  <a:lnTo>
                    <a:pt x="15310" y="3092"/>
                  </a:lnTo>
                  <a:lnTo>
                    <a:pt x="15310" y="3092"/>
                  </a:lnTo>
                  <a:lnTo>
                    <a:pt x="15310" y="3092"/>
                  </a:lnTo>
                  <a:lnTo>
                    <a:pt x="15310" y="3092"/>
                  </a:lnTo>
                  <a:lnTo>
                    <a:pt x="15205" y="2957"/>
                  </a:lnTo>
                  <a:close/>
                  <a:moveTo>
                    <a:pt x="14782" y="2519"/>
                  </a:moveTo>
                  <a:lnTo>
                    <a:pt x="13334" y="3997"/>
                  </a:lnTo>
                  <a:cubicBezTo>
                    <a:pt x="13365" y="4043"/>
                    <a:pt x="13410" y="4088"/>
                    <a:pt x="13455" y="4118"/>
                  </a:cubicBezTo>
                  <a:lnTo>
                    <a:pt x="14948" y="2685"/>
                  </a:lnTo>
                  <a:cubicBezTo>
                    <a:pt x="14888" y="2625"/>
                    <a:pt x="14843" y="2580"/>
                    <a:pt x="14782" y="2519"/>
                  </a:cubicBezTo>
                  <a:close/>
                  <a:moveTo>
                    <a:pt x="14360" y="2127"/>
                  </a:moveTo>
                  <a:lnTo>
                    <a:pt x="13003" y="3696"/>
                  </a:lnTo>
                  <a:lnTo>
                    <a:pt x="13138" y="3816"/>
                  </a:lnTo>
                  <a:lnTo>
                    <a:pt x="14526" y="2278"/>
                  </a:lnTo>
                  <a:cubicBezTo>
                    <a:pt x="14466" y="2218"/>
                    <a:pt x="14420" y="2172"/>
                    <a:pt x="14360" y="2127"/>
                  </a:cubicBezTo>
                  <a:close/>
                  <a:moveTo>
                    <a:pt x="13892" y="1750"/>
                  </a:moveTo>
                  <a:lnTo>
                    <a:pt x="12656" y="3409"/>
                  </a:lnTo>
                  <a:cubicBezTo>
                    <a:pt x="12701" y="3439"/>
                    <a:pt x="12746" y="3470"/>
                    <a:pt x="12791" y="3515"/>
                  </a:cubicBezTo>
                  <a:lnTo>
                    <a:pt x="14073" y="1886"/>
                  </a:lnTo>
                  <a:lnTo>
                    <a:pt x="14073" y="1886"/>
                  </a:lnTo>
                  <a:lnTo>
                    <a:pt x="14073" y="1886"/>
                  </a:lnTo>
                  <a:lnTo>
                    <a:pt x="14073" y="1886"/>
                  </a:lnTo>
                  <a:lnTo>
                    <a:pt x="14058" y="1871"/>
                  </a:lnTo>
                  <a:lnTo>
                    <a:pt x="14058" y="1871"/>
                  </a:lnTo>
                  <a:lnTo>
                    <a:pt x="14058" y="1871"/>
                  </a:lnTo>
                  <a:lnTo>
                    <a:pt x="14058" y="1871"/>
                  </a:lnTo>
                  <a:lnTo>
                    <a:pt x="14058" y="1871"/>
                  </a:lnTo>
                  <a:lnTo>
                    <a:pt x="14058" y="1871"/>
                  </a:lnTo>
                  <a:lnTo>
                    <a:pt x="14058" y="1871"/>
                  </a:lnTo>
                  <a:lnTo>
                    <a:pt x="14058" y="1871"/>
                  </a:lnTo>
                  <a:lnTo>
                    <a:pt x="14058" y="1871"/>
                  </a:lnTo>
                  <a:lnTo>
                    <a:pt x="14058" y="1871"/>
                  </a:lnTo>
                  <a:lnTo>
                    <a:pt x="14058" y="1871"/>
                  </a:lnTo>
                  <a:lnTo>
                    <a:pt x="14058" y="1871"/>
                  </a:lnTo>
                  <a:lnTo>
                    <a:pt x="14043" y="1871"/>
                  </a:lnTo>
                  <a:lnTo>
                    <a:pt x="14043" y="1871"/>
                  </a:lnTo>
                  <a:lnTo>
                    <a:pt x="14043" y="1871"/>
                  </a:lnTo>
                  <a:lnTo>
                    <a:pt x="14043" y="1871"/>
                  </a:lnTo>
                  <a:lnTo>
                    <a:pt x="14043" y="1871"/>
                  </a:lnTo>
                  <a:lnTo>
                    <a:pt x="14028" y="1871"/>
                  </a:lnTo>
                  <a:lnTo>
                    <a:pt x="13998" y="1840"/>
                  </a:lnTo>
                  <a:lnTo>
                    <a:pt x="13998" y="1840"/>
                  </a:lnTo>
                  <a:lnTo>
                    <a:pt x="13998" y="1840"/>
                  </a:lnTo>
                  <a:lnTo>
                    <a:pt x="13983" y="1840"/>
                  </a:lnTo>
                  <a:lnTo>
                    <a:pt x="13983" y="1840"/>
                  </a:lnTo>
                  <a:lnTo>
                    <a:pt x="13983" y="1840"/>
                  </a:lnTo>
                  <a:lnTo>
                    <a:pt x="13983" y="1840"/>
                  </a:lnTo>
                  <a:close/>
                  <a:moveTo>
                    <a:pt x="13410" y="1418"/>
                  </a:moveTo>
                  <a:lnTo>
                    <a:pt x="12279" y="3153"/>
                  </a:lnTo>
                  <a:lnTo>
                    <a:pt x="12429" y="3243"/>
                  </a:lnTo>
                  <a:lnTo>
                    <a:pt x="13606" y="1539"/>
                  </a:lnTo>
                  <a:lnTo>
                    <a:pt x="13455" y="1433"/>
                  </a:lnTo>
                  <a:lnTo>
                    <a:pt x="13440" y="1433"/>
                  </a:lnTo>
                  <a:lnTo>
                    <a:pt x="13440" y="1433"/>
                  </a:lnTo>
                  <a:lnTo>
                    <a:pt x="13440" y="1433"/>
                  </a:lnTo>
                  <a:lnTo>
                    <a:pt x="13440" y="1433"/>
                  </a:lnTo>
                  <a:lnTo>
                    <a:pt x="13440" y="1433"/>
                  </a:lnTo>
                  <a:lnTo>
                    <a:pt x="13425" y="1433"/>
                  </a:lnTo>
                  <a:close/>
                  <a:moveTo>
                    <a:pt x="12912" y="1101"/>
                  </a:moveTo>
                  <a:lnTo>
                    <a:pt x="11901" y="2911"/>
                  </a:lnTo>
                  <a:lnTo>
                    <a:pt x="12052" y="3002"/>
                  </a:lnTo>
                  <a:lnTo>
                    <a:pt x="13108" y="1222"/>
                  </a:lnTo>
                  <a:cubicBezTo>
                    <a:pt x="13093" y="1207"/>
                    <a:pt x="13078" y="1207"/>
                    <a:pt x="13063" y="1192"/>
                  </a:cubicBezTo>
                  <a:lnTo>
                    <a:pt x="13033" y="1192"/>
                  </a:lnTo>
                  <a:lnTo>
                    <a:pt x="12912" y="1116"/>
                  </a:lnTo>
                  <a:close/>
                  <a:moveTo>
                    <a:pt x="12399" y="845"/>
                  </a:moveTo>
                  <a:lnTo>
                    <a:pt x="11509" y="2715"/>
                  </a:lnTo>
                  <a:lnTo>
                    <a:pt x="11660" y="2791"/>
                  </a:lnTo>
                  <a:lnTo>
                    <a:pt x="12610" y="935"/>
                  </a:lnTo>
                  <a:lnTo>
                    <a:pt x="12580" y="920"/>
                  </a:lnTo>
                  <a:lnTo>
                    <a:pt x="12580" y="920"/>
                  </a:lnTo>
                  <a:lnTo>
                    <a:pt x="12580" y="920"/>
                  </a:lnTo>
                  <a:lnTo>
                    <a:pt x="12580" y="920"/>
                  </a:lnTo>
                  <a:lnTo>
                    <a:pt x="12580" y="920"/>
                  </a:lnTo>
                  <a:lnTo>
                    <a:pt x="12580" y="920"/>
                  </a:lnTo>
                  <a:lnTo>
                    <a:pt x="12550" y="905"/>
                  </a:lnTo>
                  <a:lnTo>
                    <a:pt x="12550" y="905"/>
                  </a:lnTo>
                  <a:lnTo>
                    <a:pt x="12550" y="905"/>
                  </a:lnTo>
                  <a:lnTo>
                    <a:pt x="12505" y="905"/>
                  </a:lnTo>
                  <a:lnTo>
                    <a:pt x="12490" y="905"/>
                  </a:lnTo>
                  <a:lnTo>
                    <a:pt x="12460" y="905"/>
                  </a:lnTo>
                  <a:lnTo>
                    <a:pt x="12460" y="905"/>
                  </a:lnTo>
                  <a:lnTo>
                    <a:pt x="12460" y="905"/>
                  </a:lnTo>
                  <a:lnTo>
                    <a:pt x="12444" y="905"/>
                  </a:lnTo>
                  <a:close/>
                  <a:moveTo>
                    <a:pt x="11856" y="604"/>
                  </a:moveTo>
                  <a:lnTo>
                    <a:pt x="11102" y="2534"/>
                  </a:lnTo>
                  <a:lnTo>
                    <a:pt x="11268" y="2610"/>
                  </a:lnTo>
                  <a:lnTo>
                    <a:pt x="12067" y="694"/>
                  </a:lnTo>
                  <a:lnTo>
                    <a:pt x="12052" y="694"/>
                  </a:lnTo>
                  <a:lnTo>
                    <a:pt x="12022" y="694"/>
                  </a:lnTo>
                  <a:lnTo>
                    <a:pt x="11886" y="634"/>
                  </a:lnTo>
                  <a:lnTo>
                    <a:pt x="11871" y="634"/>
                  </a:lnTo>
                  <a:lnTo>
                    <a:pt x="11856" y="634"/>
                  </a:lnTo>
                  <a:close/>
                  <a:moveTo>
                    <a:pt x="11298" y="423"/>
                  </a:moveTo>
                  <a:lnTo>
                    <a:pt x="10680" y="2384"/>
                  </a:lnTo>
                  <a:lnTo>
                    <a:pt x="10846" y="2429"/>
                  </a:lnTo>
                  <a:lnTo>
                    <a:pt x="11509" y="468"/>
                  </a:lnTo>
                  <a:lnTo>
                    <a:pt x="11494" y="468"/>
                  </a:lnTo>
                  <a:lnTo>
                    <a:pt x="11479" y="468"/>
                  </a:lnTo>
                  <a:lnTo>
                    <a:pt x="11404" y="468"/>
                  </a:lnTo>
                  <a:lnTo>
                    <a:pt x="11373" y="468"/>
                  </a:lnTo>
                  <a:lnTo>
                    <a:pt x="11373" y="468"/>
                  </a:lnTo>
                  <a:lnTo>
                    <a:pt x="11298" y="438"/>
                  </a:lnTo>
                  <a:close/>
                  <a:moveTo>
                    <a:pt x="10740" y="257"/>
                  </a:moveTo>
                  <a:lnTo>
                    <a:pt x="10242" y="2278"/>
                  </a:lnTo>
                  <a:lnTo>
                    <a:pt x="10423" y="2323"/>
                  </a:lnTo>
                  <a:lnTo>
                    <a:pt x="10951" y="317"/>
                  </a:lnTo>
                  <a:lnTo>
                    <a:pt x="10936" y="317"/>
                  </a:lnTo>
                  <a:lnTo>
                    <a:pt x="10891" y="317"/>
                  </a:lnTo>
                  <a:lnTo>
                    <a:pt x="10846" y="317"/>
                  </a:lnTo>
                  <a:lnTo>
                    <a:pt x="10740" y="287"/>
                  </a:lnTo>
                  <a:close/>
                  <a:moveTo>
                    <a:pt x="10167" y="136"/>
                  </a:moveTo>
                  <a:lnTo>
                    <a:pt x="9820" y="2187"/>
                  </a:lnTo>
                  <a:lnTo>
                    <a:pt x="9986" y="2218"/>
                  </a:lnTo>
                  <a:lnTo>
                    <a:pt x="10393" y="181"/>
                  </a:lnTo>
                  <a:lnTo>
                    <a:pt x="10227" y="151"/>
                  </a:lnTo>
                  <a:lnTo>
                    <a:pt x="10197" y="151"/>
                  </a:lnTo>
                  <a:lnTo>
                    <a:pt x="10167" y="151"/>
                  </a:lnTo>
                  <a:close/>
                  <a:moveTo>
                    <a:pt x="9594" y="61"/>
                  </a:moveTo>
                  <a:lnTo>
                    <a:pt x="9382" y="2142"/>
                  </a:lnTo>
                  <a:lnTo>
                    <a:pt x="9548" y="2157"/>
                  </a:lnTo>
                  <a:lnTo>
                    <a:pt x="9820" y="106"/>
                  </a:lnTo>
                  <a:lnTo>
                    <a:pt x="9775" y="106"/>
                  </a:lnTo>
                  <a:lnTo>
                    <a:pt x="9714" y="106"/>
                  </a:lnTo>
                  <a:lnTo>
                    <a:pt x="9639" y="91"/>
                  </a:lnTo>
                  <a:lnTo>
                    <a:pt x="9594" y="91"/>
                  </a:lnTo>
                  <a:close/>
                  <a:moveTo>
                    <a:pt x="9005" y="30"/>
                  </a:moveTo>
                  <a:lnTo>
                    <a:pt x="8930" y="2097"/>
                  </a:lnTo>
                  <a:lnTo>
                    <a:pt x="9111" y="2097"/>
                  </a:lnTo>
                  <a:lnTo>
                    <a:pt x="9232" y="30"/>
                  </a:lnTo>
                  <a:lnTo>
                    <a:pt x="9186" y="30"/>
                  </a:lnTo>
                  <a:lnTo>
                    <a:pt x="8990" y="30"/>
                  </a:lnTo>
                  <a:close/>
                </a:path>
              </a:pathLst>
            </a:custGeom>
            <a:solidFill>
              <a:schemeClr val="accen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9" u="none" cap="none" strike="noStrike">
                <a:solidFill>
                  <a:srgbClr val="000000"/>
                </a:solidFill>
                <a:latin typeface="Arial"/>
                <a:ea typeface="Arial"/>
                <a:cs typeface="Arial"/>
                <a:sym typeface="Arial"/>
              </a:endParaRPr>
            </a:p>
          </p:txBody>
        </p:sp>
        <p:sp>
          <p:nvSpPr>
            <p:cNvPr id="147" name="Google Shape;147;p15"/>
            <p:cNvSpPr/>
            <p:nvPr/>
          </p:nvSpPr>
          <p:spPr>
            <a:xfrm>
              <a:off x="7581100" y="3823850"/>
              <a:ext cx="339050" cy="314525"/>
            </a:xfrm>
            <a:custGeom>
              <a:rect b="b" l="l" r="r" t="t"/>
              <a:pathLst>
                <a:path extrusionOk="0" h="12581" w="13562">
                  <a:moveTo>
                    <a:pt x="7528" y="12550"/>
                  </a:moveTo>
                  <a:cubicBezTo>
                    <a:pt x="5084" y="12550"/>
                    <a:pt x="2882" y="11072"/>
                    <a:pt x="1946" y="8824"/>
                  </a:cubicBezTo>
                  <a:cubicBezTo>
                    <a:pt x="1011" y="6562"/>
                    <a:pt x="1524" y="3967"/>
                    <a:pt x="3259" y="2248"/>
                  </a:cubicBezTo>
                  <a:cubicBezTo>
                    <a:pt x="4978" y="528"/>
                    <a:pt x="7573" y="0"/>
                    <a:pt x="9835" y="936"/>
                  </a:cubicBezTo>
                  <a:cubicBezTo>
                    <a:pt x="12083" y="1871"/>
                    <a:pt x="13561" y="4073"/>
                    <a:pt x="13561" y="6517"/>
                  </a:cubicBezTo>
                  <a:cubicBezTo>
                    <a:pt x="13561" y="9850"/>
                    <a:pt x="10861" y="12550"/>
                    <a:pt x="7528" y="12550"/>
                  </a:cubicBezTo>
                  <a:close/>
                  <a:moveTo>
                    <a:pt x="7528" y="890"/>
                  </a:moveTo>
                  <a:cubicBezTo>
                    <a:pt x="2520" y="890"/>
                    <a:pt x="1" y="6939"/>
                    <a:pt x="3545" y="10484"/>
                  </a:cubicBezTo>
                  <a:cubicBezTo>
                    <a:pt x="5159" y="12098"/>
                    <a:pt x="7573" y="12580"/>
                    <a:pt x="9669" y="11705"/>
                  </a:cubicBezTo>
                  <a:cubicBezTo>
                    <a:pt x="11766" y="10831"/>
                    <a:pt x="13139" y="8779"/>
                    <a:pt x="13139" y="6517"/>
                  </a:cubicBezTo>
                  <a:cubicBezTo>
                    <a:pt x="13139" y="3409"/>
                    <a:pt x="10620" y="890"/>
                    <a:pt x="7528" y="890"/>
                  </a:cubicBezTo>
                  <a:close/>
                </a:path>
              </a:pathLst>
            </a:custGeom>
            <a:solidFill>
              <a:schemeClr val="accen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9" u="none" cap="none" strike="noStrike">
                <a:solidFill>
                  <a:srgbClr val="000000"/>
                </a:solidFill>
                <a:latin typeface="Arial"/>
                <a:ea typeface="Arial"/>
                <a:cs typeface="Arial"/>
                <a:sym typeface="Arial"/>
              </a:endParaRPr>
            </a:p>
          </p:txBody>
        </p:sp>
        <p:sp>
          <p:nvSpPr>
            <p:cNvPr id="148" name="Google Shape;148;p15"/>
            <p:cNvSpPr/>
            <p:nvPr/>
          </p:nvSpPr>
          <p:spPr>
            <a:xfrm>
              <a:off x="7507575" y="3745025"/>
              <a:ext cx="173850" cy="483475"/>
            </a:xfrm>
            <a:custGeom>
              <a:rect b="b" l="l" r="r" t="t"/>
              <a:pathLst>
                <a:path extrusionOk="0" h="19339" w="6954">
                  <a:moveTo>
                    <a:pt x="6456" y="19338"/>
                  </a:moveTo>
                  <a:cubicBezTo>
                    <a:pt x="2549" y="17709"/>
                    <a:pt x="0" y="13893"/>
                    <a:pt x="0" y="9670"/>
                  </a:cubicBezTo>
                  <a:cubicBezTo>
                    <a:pt x="0" y="5431"/>
                    <a:pt x="2549" y="1615"/>
                    <a:pt x="6456" y="1"/>
                  </a:cubicBezTo>
                  <a:lnTo>
                    <a:pt x="6954" y="1192"/>
                  </a:lnTo>
                  <a:cubicBezTo>
                    <a:pt x="3515" y="2610"/>
                    <a:pt x="1282" y="5959"/>
                    <a:pt x="1282" y="9670"/>
                  </a:cubicBezTo>
                  <a:cubicBezTo>
                    <a:pt x="1282" y="13380"/>
                    <a:pt x="3515" y="16729"/>
                    <a:pt x="6954" y="18147"/>
                  </a:cubicBezTo>
                  <a:close/>
                </a:path>
              </a:pathLst>
            </a:custGeom>
            <a:solidFill>
              <a:schemeClr val="accen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9" u="none" cap="none" strike="noStrike">
                <a:solidFill>
                  <a:srgbClr val="000000"/>
                </a:solidFill>
                <a:latin typeface="Arial"/>
                <a:ea typeface="Arial"/>
                <a:cs typeface="Arial"/>
                <a:sym typeface="Arial"/>
              </a:endParaRPr>
            </a:p>
          </p:txBody>
        </p:sp>
        <p:sp>
          <p:nvSpPr>
            <p:cNvPr id="149" name="Google Shape;149;p15"/>
            <p:cNvSpPr/>
            <p:nvPr/>
          </p:nvSpPr>
          <p:spPr>
            <a:xfrm>
              <a:off x="7857150" y="3986375"/>
              <a:ext cx="173850" cy="242125"/>
            </a:xfrm>
            <a:custGeom>
              <a:rect b="b" l="l" r="r" t="t"/>
              <a:pathLst>
                <a:path extrusionOk="0" h="9685" w="6954">
                  <a:moveTo>
                    <a:pt x="498" y="9684"/>
                  </a:moveTo>
                  <a:lnTo>
                    <a:pt x="0" y="8493"/>
                  </a:lnTo>
                  <a:cubicBezTo>
                    <a:pt x="3424" y="7075"/>
                    <a:pt x="5657" y="3726"/>
                    <a:pt x="5657" y="1"/>
                  </a:cubicBezTo>
                  <a:lnTo>
                    <a:pt x="6939" y="1"/>
                  </a:lnTo>
                  <a:cubicBezTo>
                    <a:pt x="6954" y="4239"/>
                    <a:pt x="4405" y="8055"/>
                    <a:pt x="498" y="9684"/>
                  </a:cubicBezTo>
                  <a:close/>
                </a:path>
              </a:pathLst>
            </a:custGeom>
            <a:solidFill>
              <a:schemeClr val="accen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9" u="none" cap="none" strike="noStrike">
                <a:solidFill>
                  <a:srgbClr val="000000"/>
                </a:solidFill>
                <a:latin typeface="Arial"/>
                <a:ea typeface="Arial"/>
                <a:cs typeface="Arial"/>
                <a:sym typeface="Arial"/>
              </a:endParaRPr>
            </a:p>
          </p:txBody>
        </p:sp>
        <p:sp>
          <p:nvSpPr>
            <p:cNvPr id="150" name="Google Shape;150;p15"/>
            <p:cNvSpPr/>
            <p:nvPr/>
          </p:nvSpPr>
          <p:spPr>
            <a:xfrm>
              <a:off x="7598825" y="3859300"/>
              <a:ext cx="297550" cy="264750"/>
            </a:xfrm>
            <a:custGeom>
              <a:rect b="b" l="l" r="r" t="t"/>
              <a:pathLst>
                <a:path extrusionOk="0" h="10590" w="11902">
                  <a:moveTo>
                    <a:pt x="6819" y="1297"/>
                  </a:moveTo>
                  <a:cubicBezTo>
                    <a:pt x="10197" y="1282"/>
                    <a:pt x="11902" y="5385"/>
                    <a:pt x="9503" y="7784"/>
                  </a:cubicBezTo>
                  <a:cubicBezTo>
                    <a:pt x="7105" y="10182"/>
                    <a:pt x="3017" y="8492"/>
                    <a:pt x="3017" y="5099"/>
                  </a:cubicBezTo>
                  <a:cubicBezTo>
                    <a:pt x="3017" y="3002"/>
                    <a:pt x="4707" y="1297"/>
                    <a:pt x="6819" y="1297"/>
                  </a:cubicBezTo>
                  <a:close/>
                  <a:moveTo>
                    <a:pt x="6819" y="0"/>
                  </a:moveTo>
                  <a:cubicBezTo>
                    <a:pt x="2278" y="0"/>
                    <a:pt x="1" y="5491"/>
                    <a:pt x="3213" y="8689"/>
                  </a:cubicBezTo>
                  <a:cubicBezTo>
                    <a:pt x="4677" y="10152"/>
                    <a:pt x="6864" y="10589"/>
                    <a:pt x="8764" y="9790"/>
                  </a:cubicBezTo>
                  <a:cubicBezTo>
                    <a:pt x="10665" y="9005"/>
                    <a:pt x="11902" y="7150"/>
                    <a:pt x="11902" y="5099"/>
                  </a:cubicBezTo>
                  <a:cubicBezTo>
                    <a:pt x="11902" y="2278"/>
                    <a:pt x="9624" y="0"/>
                    <a:pt x="6819" y="0"/>
                  </a:cubicBezTo>
                  <a:close/>
                </a:path>
              </a:pathLst>
            </a:custGeom>
            <a:solidFill>
              <a:schemeClr val="accen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9" u="none" cap="none" strike="noStrike">
                <a:solidFill>
                  <a:srgbClr val="000000"/>
                </a:solidFill>
                <a:latin typeface="Arial"/>
                <a:ea typeface="Arial"/>
                <a:cs typeface="Arial"/>
                <a:sym typeface="Arial"/>
              </a:endParaRPr>
            </a:p>
          </p:txBody>
        </p:sp>
      </p:grpSp>
      <p:grpSp>
        <p:nvGrpSpPr>
          <p:cNvPr id="151" name="Google Shape;151;p15"/>
          <p:cNvGrpSpPr/>
          <p:nvPr/>
        </p:nvGrpSpPr>
        <p:grpSpPr>
          <a:xfrm>
            <a:off x="8216423" y="10715"/>
            <a:ext cx="2685213" cy="2722032"/>
            <a:chOff x="-79100" y="-499150"/>
            <a:chExt cx="2013910" cy="2041524"/>
          </a:xfrm>
        </p:grpSpPr>
        <p:sp>
          <p:nvSpPr>
            <p:cNvPr id="152" name="Google Shape;152;p15"/>
            <p:cNvSpPr/>
            <p:nvPr/>
          </p:nvSpPr>
          <p:spPr>
            <a:xfrm>
              <a:off x="-79100" y="-499150"/>
              <a:ext cx="1987851" cy="2041524"/>
            </a:xfrm>
            <a:custGeom>
              <a:rect b="b" l="l" r="r" t="t"/>
              <a:pathLst>
                <a:path extrusionOk="0" h="41270" w="40185">
                  <a:moveTo>
                    <a:pt x="20862" y="40169"/>
                  </a:moveTo>
                  <a:cubicBezTo>
                    <a:pt x="13033" y="40169"/>
                    <a:pt x="5989" y="35462"/>
                    <a:pt x="3002" y="28237"/>
                  </a:cubicBezTo>
                  <a:cubicBezTo>
                    <a:pt x="0" y="21012"/>
                    <a:pt x="1660" y="12701"/>
                    <a:pt x="7195" y="7180"/>
                  </a:cubicBezTo>
                  <a:cubicBezTo>
                    <a:pt x="12716" y="1644"/>
                    <a:pt x="21027" y="0"/>
                    <a:pt x="28253" y="2987"/>
                  </a:cubicBezTo>
                  <a:cubicBezTo>
                    <a:pt x="35478" y="5973"/>
                    <a:pt x="40184" y="13033"/>
                    <a:pt x="40184" y="20846"/>
                  </a:cubicBezTo>
                  <a:cubicBezTo>
                    <a:pt x="40169" y="31510"/>
                    <a:pt x="31526" y="40154"/>
                    <a:pt x="20862" y="40169"/>
                  </a:cubicBezTo>
                  <a:close/>
                  <a:moveTo>
                    <a:pt x="20862" y="1916"/>
                  </a:moveTo>
                  <a:cubicBezTo>
                    <a:pt x="13199" y="1916"/>
                    <a:pt x="6290" y="6531"/>
                    <a:pt x="3364" y="13606"/>
                  </a:cubicBezTo>
                  <a:cubicBezTo>
                    <a:pt x="438" y="20680"/>
                    <a:pt x="2052" y="28810"/>
                    <a:pt x="7467" y="34226"/>
                  </a:cubicBezTo>
                  <a:cubicBezTo>
                    <a:pt x="12882" y="39641"/>
                    <a:pt x="21027" y="41270"/>
                    <a:pt x="28102" y="38328"/>
                  </a:cubicBezTo>
                  <a:cubicBezTo>
                    <a:pt x="35176" y="35402"/>
                    <a:pt x="39792" y="28494"/>
                    <a:pt x="39792" y="20846"/>
                  </a:cubicBezTo>
                  <a:cubicBezTo>
                    <a:pt x="39777" y="10393"/>
                    <a:pt x="31300" y="1931"/>
                    <a:pt x="20862" y="1916"/>
                  </a:cubicBezTo>
                  <a:close/>
                </a:path>
              </a:pathLst>
            </a:custGeom>
            <a:gradFill>
              <a:gsLst>
                <a:gs pos="0">
                  <a:schemeClr val="accent2"/>
                </a:gs>
                <a:gs pos="50000">
                  <a:schemeClr val="accent3"/>
                </a:gs>
                <a:gs pos="100000">
                  <a:schemeClr val="accent4"/>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9" u="none" cap="none" strike="noStrike">
                <a:solidFill>
                  <a:srgbClr val="000000"/>
                </a:solidFill>
                <a:latin typeface="Arial"/>
                <a:ea typeface="Arial"/>
                <a:cs typeface="Arial"/>
                <a:sym typeface="Arial"/>
              </a:endParaRPr>
            </a:p>
          </p:txBody>
        </p:sp>
        <p:sp>
          <p:nvSpPr>
            <p:cNvPr id="153" name="Google Shape;153;p15"/>
            <p:cNvSpPr/>
            <p:nvPr/>
          </p:nvSpPr>
          <p:spPr>
            <a:xfrm>
              <a:off x="111150" y="-307416"/>
              <a:ext cx="1682686" cy="1681153"/>
            </a:xfrm>
            <a:custGeom>
              <a:rect b="b" l="l" r="r" t="t"/>
              <a:pathLst>
                <a:path extrusionOk="0" h="33985" w="34016">
                  <a:moveTo>
                    <a:pt x="17016" y="33985"/>
                  </a:moveTo>
                  <a:lnTo>
                    <a:pt x="16955" y="33985"/>
                  </a:lnTo>
                  <a:lnTo>
                    <a:pt x="16955" y="32778"/>
                  </a:lnTo>
                  <a:lnTo>
                    <a:pt x="17076" y="32778"/>
                  </a:lnTo>
                  <a:lnTo>
                    <a:pt x="17076" y="33985"/>
                  </a:lnTo>
                  <a:close/>
                  <a:moveTo>
                    <a:pt x="16729" y="33985"/>
                  </a:moveTo>
                  <a:lnTo>
                    <a:pt x="16593" y="33985"/>
                  </a:lnTo>
                  <a:lnTo>
                    <a:pt x="16623" y="32778"/>
                  </a:lnTo>
                  <a:lnTo>
                    <a:pt x="16759" y="32778"/>
                  </a:lnTo>
                  <a:close/>
                  <a:moveTo>
                    <a:pt x="17302" y="33985"/>
                  </a:moveTo>
                  <a:lnTo>
                    <a:pt x="17272" y="32778"/>
                  </a:lnTo>
                  <a:lnTo>
                    <a:pt x="17408" y="32778"/>
                  </a:lnTo>
                  <a:lnTo>
                    <a:pt x="17438" y="33985"/>
                  </a:lnTo>
                  <a:close/>
                  <a:moveTo>
                    <a:pt x="16382" y="33970"/>
                  </a:moveTo>
                  <a:lnTo>
                    <a:pt x="16246" y="33970"/>
                  </a:lnTo>
                  <a:lnTo>
                    <a:pt x="16307" y="32778"/>
                  </a:lnTo>
                  <a:lnTo>
                    <a:pt x="16427" y="32778"/>
                  </a:lnTo>
                  <a:close/>
                  <a:moveTo>
                    <a:pt x="17649" y="33970"/>
                  </a:moveTo>
                  <a:lnTo>
                    <a:pt x="17604" y="32778"/>
                  </a:lnTo>
                  <a:lnTo>
                    <a:pt x="17740" y="32778"/>
                  </a:lnTo>
                  <a:lnTo>
                    <a:pt x="17785" y="33970"/>
                  </a:lnTo>
                  <a:close/>
                  <a:moveTo>
                    <a:pt x="16035" y="33955"/>
                  </a:moveTo>
                  <a:lnTo>
                    <a:pt x="15899" y="33940"/>
                  </a:lnTo>
                  <a:lnTo>
                    <a:pt x="15975" y="32748"/>
                  </a:lnTo>
                  <a:lnTo>
                    <a:pt x="16095" y="32748"/>
                  </a:lnTo>
                  <a:close/>
                  <a:moveTo>
                    <a:pt x="17996" y="33955"/>
                  </a:moveTo>
                  <a:lnTo>
                    <a:pt x="17936" y="32763"/>
                  </a:lnTo>
                  <a:lnTo>
                    <a:pt x="18056" y="32748"/>
                  </a:lnTo>
                  <a:lnTo>
                    <a:pt x="18132" y="33940"/>
                  </a:lnTo>
                  <a:close/>
                  <a:moveTo>
                    <a:pt x="15688" y="33924"/>
                  </a:moveTo>
                  <a:lnTo>
                    <a:pt x="15552" y="33924"/>
                  </a:lnTo>
                  <a:lnTo>
                    <a:pt x="15643" y="32733"/>
                  </a:lnTo>
                  <a:lnTo>
                    <a:pt x="15779" y="32733"/>
                  </a:lnTo>
                  <a:close/>
                  <a:moveTo>
                    <a:pt x="18343" y="33924"/>
                  </a:moveTo>
                  <a:lnTo>
                    <a:pt x="18252" y="32733"/>
                  </a:lnTo>
                  <a:lnTo>
                    <a:pt x="18388" y="32733"/>
                  </a:lnTo>
                  <a:lnTo>
                    <a:pt x="18479" y="33924"/>
                  </a:lnTo>
                  <a:close/>
                  <a:moveTo>
                    <a:pt x="15326" y="33894"/>
                  </a:moveTo>
                  <a:lnTo>
                    <a:pt x="15190" y="33894"/>
                  </a:lnTo>
                  <a:lnTo>
                    <a:pt x="15326" y="32703"/>
                  </a:lnTo>
                  <a:lnTo>
                    <a:pt x="15447" y="32703"/>
                  </a:lnTo>
                  <a:close/>
                  <a:moveTo>
                    <a:pt x="18690" y="33894"/>
                  </a:moveTo>
                  <a:lnTo>
                    <a:pt x="18569" y="32703"/>
                  </a:lnTo>
                  <a:lnTo>
                    <a:pt x="18705" y="32703"/>
                  </a:lnTo>
                  <a:lnTo>
                    <a:pt x="18826" y="33879"/>
                  </a:lnTo>
                  <a:close/>
                  <a:moveTo>
                    <a:pt x="14979" y="33864"/>
                  </a:moveTo>
                  <a:lnTo>
                    <a:pt x="14843" y="33849"/>
                  </a:lnTo>
                  <a:lnTo>
                    <a:pt x="14994" y="32657"/>
                  </a:lnTo>
                  <a:lnTo>
                    <a:pt x="15115" y="32673"/>
                  </a:lnTo>
                  <a:close/>
                  <a:moveTo>
                    <a:pt x="19037" y="33864"/>
                  </a:moveTo>
                  <a:lnTo>
                    <a:pt x="18901" y="32673"/>
                  </a:lnTo>
                  <a:lnTo>
                    <a:pt x="19022" y="32657"/>
                  </a:lnTo>
                  <a:lnTo>
                    <a:pt x="19173" y="33849"/>
                  </a:lnTo>
                  <a:close/>
                  <a:moveTo>
                    <a:pt x="14632" y="33819"/>
                  </a:moveTo>
                  <a:lnTo>
                    <a:pt x="14497" y="33789"/>
                  </a:lnTo>
                  <a:lnTo>
                    <a:pt x="14678" y="32612"/>
                  </a:lnTo>
                  <a:lnTo>
                    <a:pt x="14798" y="32627"/>
                  </a:lnTo>
                  <a:close/>
                  <a:moveTo>
                    <a:pt x="19384" y="33819"/>
                  </a:moveTo>
                  <a:lnTo>
                    <a:pt x="19218" y="32627"/>
                  </a:lnTo>
                  <a:lnTo>
                    <a:pt x="19354" y="32612"/>
                  </a:lnTo>
                  <a:lnTo>
                    <a:pt x="19519" y="33804"/>
                  </a:lnTo>
                  <a:close/>
                  <a:moveTo>
                    <a:pt x="14300" y="33759"/>
                  </a:moveTo>
                  <a:lnTo>
                    <a:pt x="14165" y="33743"/>
                  </a:lnTo>
                  <a:lnTo>
                    <a:pt x="14346" y="32567"/>
                  </a:lnTo>
                  <a:lnTo>
                    <a:pt x="14481" y="32582"/>
                  </a:lnTo>
                  <a:close/>
                  <a:moveTo>
                    <a:pt x="19746" y="33759"/>
                  </a:moveTo>
                  <a:lnTo>
                    <a:pt x="19550" y="32582"/>
                  </a:lnTo>
                  <a:lnTo>
                    <a:pt x="19685" y="32567"/>
                  </a:lnTo>
                  <a:lnTo>
                    <a:pt x="19881" y="33743"/>
                  </a:lnTo>
                  <a:close/>
                  <a:moveTo>
                    <a:pt x="13954" y="33713"/>
                  </a:moveTo>
                  <a:lnTo>
                    <a:pt x="13818" y="33683"/>
                  </a:lnTo>
                  <a:lnTo>
                    <a:pt x="14044" y="32507"/>
                  </a:lnTo>
                  <a:lnTo>
                    <a:pt x="14165" y="32537"/>
                  </a:lnTo>
                  <a:close/>
                  <a:moveTo>
                    <a:pt x="20093" y="33713"/>
                  </a:moveTo>
                  <a:lnTo>
                    <a:pt x="19866" y="32537"/>
                  </a:lnTo>
                  <a:lnTo>
                    <a:pt x="20002" y="32507"/>
                  </a:lnTo>
                  <a:lnTo>
                    <a:pt x="20228" y="33683"/>
                  </a:lnTo>
                  <a:close/>
                  <a:moveTo>
                    <a:pt x="13607" y="33638"/>
                  </a:moveTo>
                  <a:lnTo>
                    <a:pt x="13471" y="33608"/>
                  </a:lnTo>
                  <a:lnTo>
                    <a:pt x="13712" y="32446"/>
                  </a:lnTo>
                  <a:lnTo>
                    <a:pt x="13848" y="32476"/>
                  </a:lnTo>
                  <a:close/>
                  <a:moveTo>
                    <a:pt x="20425" y="33638"/>
                  </a:moveTo>
                  <a:lnTo>
                    <a:pt x="20183" y="32476"/>
                  </a:lnTo>
                  <a:lnTo>
                    <a:pt x="20319" y="32446"/>
                  </a:lnTo>
                  <a:lnTo>
                    <a:pt x="20560" y="33608"/>
                  </a:lnTo>
                  <a:close/>
                  <a:moveTo>
                    <a:pt x="13260" y="33562"/>
                  </a:moveTo>
                  <a:lnTo>
                    <a:pt x="13124" y="33532"/>
                  </a:lnTo>
                  <a:lnTo>
                    <a:pt x="13410" y="32371"/>
                  </a:lnTo>
                  <a:lnTo>
                    <a:pt x="13531" y="32401"/>
                  </a:lnTo>
                  <a:close/>
                  <a:moveTo>
                    <a:pt x="20771" y="33562"/>
                  </a:moveTo>
                  <a:lnTo>
                    <a:pt x="20515" y="32401"/>
                  </a:lnTo>
                  <a:lnTo>
                    <a:pt x="20636" y="32371"/>
                  </a:lnTo>
                  <a:lnTo>
                    <a:pt x="20907" y="33532"/>
                  </a:lnTo>
                  <a:close/>
                  <a:moveTo>
                    <a:pt x="12928" y="33487"/>
                  </a:moveTo>
                  <a:lnTo>
                    <a:pt x="12792" y="33457"/>
                  </a:lnTo>
                  <a:lnTo>
                    <a:pt x="13094" y="32295"/>
                  </a:lnTo>
                  <a:lnTo>
                    <a:pt x="13214" y="32326"/>
                  </a:lnTo>
                  <a:close/>
                  <a:moveTo>
                    <a:pt x="21118" y="33487"/>
                  </a:moveTo>
                  <a:lnTo>
                    <a:pt x="20832" y="32326"/>
                  </a:lnTo>
                  <a:lnTo>
                    <a:pt x="20952" y="32295"/>
                  </a:lnTo>
                  <a:lnTo>
                    <a:pt x="21254" y="33457"/>
                  </a:lnTo>
                  <a:close/>
                  <a:moveTo>
                    <a:pt x="12581" y="33412"/>
                  </a:moveTo>
                  <a:lnTo>
                    <a:pt x="12445" y="33366"/>
                  </a:lnTo>
                  <a:lnTo>
                    <a:pt x="12777" y="32220"/>
                  </a:lnTo>
                  <a:lnTo>
                    <a:pt x="12898" y="32250"/>
                  </a:lnTo>
                  <a:close/>
                  <a:moveTo>
                    <a:pt x="21465" y="33412"/>
                  </a:moveTo>
                  <a:lnTo>
                    <a:pt x="21149" y="32250"/>
                  </a:lnTo>
                  <a:lnTo>
                    <a:pt x="21269" y="32220"/>
                  </a:lnTo>
                  <a:lnTo>
                    <a:pt x="21586" y="33366"/>
                  </a:lnTo>
                  <a:close/>
                  <a:moveTo>
                    <a:pt x="12234" y="33306"/>
                  </a:moveTo>
                  <a:lnTo>
                    <a:pt x="12098" y="33261"/>
                  </a:lnTo>
                  <a:lnTo>
                    <a:pt x="12445" y="32114"/>
                  </a:lnTo>
                  <a:lnTo>
                    <a:pt x="12566" y="32160"/>
                  </a:lnTo>
                  <a:close/>
                  <a:moveTo>
                    <a:pt x="21782" y="33306"/>
                  </a:moveTo>
                  <a:lnTo>
                    <a:pt x="21450" y="32160"/>
                  </a:lnTo>
                  <a:lnTo>
                    <a:pt x="21571" y="32114"/>
                  </a:lnTo>
                  <a:lnTo>
                    <a:pt x="21918" y="33261"/>
                  </a:lnTo>
                  <a:close/>
                  <a:moveTo>
                    <a:pt x="11902" y="33200"/>
                  </a:moveTo>
                  <a:lnTo>
                    <a:pt x="11766" y="33155"/>
                  </a:lnTo>
                  <a:lnTo>
                    <a:pt x="12143" y="32024"/>
                  </a:lnTo>
                  <a:lnTo>
                    <a:pt x="12264" y="32069"/>
                  </a:lnTo>
                  <a:close/>
                  <a:moveTo>
                    <a:pt x="22114" y="33200"/>
                  </a:moveTo>
                  <a:lnTo>
                    <a:pt x="21767" y="32054"/>
                  </a:lnTo>
                  <a:lnTo>
                    <a:pt x="21888" y="32024"/>
                  </a:lnTo>
                  <a:lnTo>
                    <a:pt x="22265" y="33155"/>
                  </a:lnTo>
                  <a:close/>
                  <a:moveTo>
                    <a:pt x="11555" y="33095"/>
                  </a:moveTo>
                  <a:lnTo>
                    <a:pt x="11434" y="33050"/>
                  </a:lnTo>
                  <a:lnTo>
                    <a:pt x="11827" y="31918"/>
                  </a:lnTo>
                  <a:lnTo>
                    <a:pt x="11947" y="31964"/>
                  </a:lnTo>
                  <a:close/>
                  <a:moveTo>
                    <a:pt x="22446" y="33095"/>
                  </a:moveTo>
                  <a:lnTo>
                    <a:pt x="22069" y="31964"/>
                  </a:lnTo>
                  <a:lnTo>
                    <a:pt x="22189" y="31918"/>
                  </a:lnTo>
                  <a:lnTo>
                    <a:pt x="22582" y="33050"/>
                  </a:lnTo>
                  <a:close/>
                  <a:moveTo>
                    <a:pt x="11223" y="32974"/>
                  </a:moveTo>
                  <a:lnTo>
                    <a:pt x="11103" y="32929"/>
                  </a:lnTo>
                  <a:lnTo>
                    <a:pt x="11510" y="31813"/>
                  </a:lnTo>
                  <a:lnTo>
                    <a:pt x="11631" y="31858"/>
                  </a:lnTo>
                  <a:close/>
                  <a:moveTo>
                    <a:pt x="22778" y="32974"/>
                  </a:moveTo>
                  <a:lnTo>
                    <a:pt x="22370" y="31843"/>
                  </a:lnTo>
                  <a:lnTo>
                    <a:pt x="22491" y="31798"/>
                  </a:lnTo>
                  <a:lnTo>
                    <a:pt x="22913" y="32914"/>
                  </a:lnTo>
                  <a:close/>
                  <a:moveTo>
                    <a:pt x="10922" y="32854"/>
                  </a:moveTo>
                  <a:lnTo>
                    <a:pt x="10786" y="32793"/>
                  </a:lnTo>
                  <a:lnTo>
                    <a:pt x="11223" y="31692"/>
                  </a:lnTo>
                  <a:lnTo>
                    <a:pt x="11344" y="31737"/>
                  </a:lnTo>
                  <a:close/>
                  <a:moveTo>
                    <a:pt x="23125" y="32854"/>
                  </a:moveTo>
                  <a:lnTo>
                    <a:pt x="22702" y="31737"/>
                  </a:lnTo>
                  <a:lnTo>
                    <a:pt x="22823" y="31692"/>
                  </a:lnTo>
                  <a:lnTo>
                    <a:pt x="23260" y="32793"/>
                  </a:lnTo>
                  <a:close/>
                  <a:moveTo>
                    <a:pt x="23456" y="32718"/>
                  </a:moveTo>
                  <a:lnTo>
                    <a:pt x="23004" y="31617"/>
                  </a:lnTo>
                  <a:lnTo>
                    <a:pt x="23125" y="31556"/>
                  </a:lnTo>
                  <a:lnTo>
                    <a:pt x="23577" y="32673"/>
                  </a:lnTo>
                  <a:close/>
                  <a:moveTo>
                    <a:pt x="10590" y="32718"/>
                  </a:moveTo>
                  <a:lnTo>
                    <a:pt x="10454" y="32673"/>
                  </a:lnTo>
                  <a:lnTo>
                    <a:pt x="10922" y="31571"/>
                  </a:lnTo>
                  <a:lnTo>
                    <a:pt x="11042" y="31617"/>
                  </a:lnTo>
                  <a:close/>
                  <a:moveTo>
                    <a:pt x="23788" y="32582"/>
                  </a:moveTo>
                  <a:lnTo>
                    <a:pt x="23306" y="31481"/>
                  </a:lnTo>
                  <a:lnTo>
                    <a:pt x="23426" y="31436"/>
                  </a:lnTo>
                  <a:lnTo>
                    <a:pt x="23909" y="32522"/>
                  </a:lnTo>
                  <a:close/>
                  <a:moveTo>
                    <a:pt x="10273" y="32582"/>
                  </a:moveTo>
                  <a:lnTo>
                    <a:pt x="10137" y="32522"/>
                  </a:lnTo>
                  <a:lnTo>
                    <a:pt x="10635" y="31436"/>
                  </a:lnTo>
                  <a:lnTo>
                    <a:pt x="10741" y="31481"/>
                  </a:lnTo>
                  <a:close/>
                  <a:moveTo>
                    <a:pt x="24105" y="32446"/>
                  </a:moveTo>
                  <a:lnTo>
                    <a:pt x="23607" y="31360"/>
                  </a:lnTo>
                  <a:lnTo>
                    <a:pt x="23728" y="31300"/>
                  </a:lnTo>
                  <a:lnTo>
                    <a:pt x="24226" y="32386"/>
                  </a:lnTo>
                  <a:close/>
                  <a:moveTo>
                    <a:pt x="9956" y="32446"/>
                  </a:moveTo>
                  <a:lnTo>
                    <a:pt x="9821" y="32386"/>
                  </a:lnTo>
                  <a:lnTo>
                    <a:pt x="10333" y="31300"/>
                  </a:lnTo>
                  <a:lnTo>
                    <a:pt x="10454" y="31360"/>
                  </a:lnTo>
                  <a:close/>
                  <a:moveTo>
                    <a:pt x="24422" y="32295"/>
                  </a:moveTo>
                  <a:lnTo>
                    <a:pt x="23894" y="31224"/>
                  </a:lnTo>
                  <a:lnTo>
                    <a:pt x="24014" y="31164"/>
                  </a:lnTo>
                  <a:lnTo>
                    <a:pt x="24542" y="32235"/>
                  </a:lnTo>
                  <a:close/>
                  <a:moveTo>
                    <a:pt x="9624" y="32295"/>
                  </a:moveTo>
                  <a:lnTo>
                    <a:pt x="9504" y="32235"/>
                  </a:lnTo>
                  <a:lnTo>
                    <a:pt x="10032" y="31164"/>
                  </a:lnTo>
                  <a:lnTo>
                    <a:pt x="10152" y="31224"/>
                  </a:lnTo>
                  <a:close/>
                  <a:moveTo>
                    <a:pt x="24739" y="32145"/>
                  </a:moveTo>
                  <a:lnTo>
                    <a:pt x="24195" y="31074"/>
                  </a:lnTo>
                  <a:lnTo>
                    <a:pt x="24301" y="31013"/>
                  </a:lnTo>
                  <a:lnTo>
                    <a:pt x="24859" y="32084"/>
                  </a:lnTo>
                  <a:close/>
                  <a:moveTo>
                    <a:pt x="9323" y="32145"/>
                  </a:moveTo>
                  <a:lnTo>
                    <a:pt x="9202" y="32084"/>
                  </a:lnTo>
                  <a:lnTo>
                    <a:pt x="9745" y="31013"/>
                  </a:lnTo>
                  <a:lnTo>
                    <a:pt x="9866" y="31074"/>
                  </a:lnTo>
                  <a:close/>
                  <a:moveTo>
                    <a:pt x="25040" y="31979"/>
                  </a:moveTo>
                  <a:lnTo>
                    <a:pt x="24482" y="30923"/>
                  </a:lnTo>
                  <a:lnTo>
                    <a:pt x="24588" y="30878"/>
                  </a:lnTo>
                  <a:lnTo>
                    <a:pt x="25161" y="31918"/>
                  </a:lnTo>
                  <a:close/>
                  <a:moveTo>
                    <a:pt x="9006" y="31979"/>
                  </a:moveTo>
                  <a:lnTo>
                    <a:pt x="8885" y="31918"/>
                  </a:lnTo>
                  <a:lnTo>
                    <a:pt x="9458" y="30878"/>
                  </a:lnTo>
                  <a:lnTo>
                    <a:pt x="9564" y="30938"/>
                  </a:lnTo>
                  <a:close/>
                  <a:moveTo>
                    <a:pt x="25357" y="31828"/>
                  </a:moveTo>
                  <a:lnTo>
                    <a:pt x="24739" y="30772"/>
                  </a:lnTo>
                  <a:lnTo>
                    <a:pt x="24859" y="30712"/>
                  </a:lnTo>
                  <a:lnTo>
                    <a:pt x="25447" y="31752"/>
                  </a:lnTo>
                  <a:close/>
                  <a:moveTo>
                    <a:pt x="8704" y="31828"/>
                  </a:moveTo>
                  <a:lnTo>
                    <a:pt x="8584" y="31752"/>
                  </a:lnTo>
                  <a:lnTo>
                    <a:pt x="9172" y="30712"/>
                  </a:lnTo>
                  <a:lnTo>
                    <a:pt x="9293" y="30787"/>
                  </a:lnTo>
                  <a:close/>
                  <a:moveTo>
                    <a:pt x="25659" y="31647"/>
                  </a:moveTo>
                  <a:lnTo>
                    <a:pt x="25040" y="30621"/>
                  </a:lnTo>
                  <a:lnTo>
                    <a:pt x="25161" y="30561"/>
                  </a:lnTo>
                  <a:lnTo>
                    <a:pt x="25764" y="31586"/>
                  </a:lnTo>
                  <a:close/>
                  <a:moveTo>
                    <a:pt x="8388" y="31647"/>
                  </a:moveTo>
                  <a:lnTo>
                    <a:pt x="8282" y="31586"/>
                  </a:lnTo>
                  <a:lnTo>
                    <a:pt x="8885" y="30561"/>
                  </a:lnTo>
                  <a:lnTo>
                    <a:pt x="9006" y="30621"/>
                  </a:lnTo>
                  <a:close/>
                  <a:moveTo>
                    <a:pt x="25945" y="31481"/>
                  </a:moveTo>
                  <a:lnTo>
                    <a:pt x="25327" y="30455"/>
                  </a:lnTo>
                  <a:lnTo>
                    <a:pt x="25432" y="30395"/>
                  </a:lnTo>
                  <a:lnTo>
                    <a:pt x="26066" y="31405"/>
                  </a:lnTo>
                  <a:close/>
                  <a:moveTo>
                    <a:pt x="8101" y="31481"/>
                  </a:moveTo>
                  <a:lnTo>
                    <a:pt x="7980" y="31405"/>
                  </a:lnTo>
                  <a:lnTo>
                    <a:pt x="8614" y="30395"/>
                  </a:lnTo>
                  <a:lnTo>
                    <a:pt x="8719" y="30470"/>
                  </a:lnTo>
                  <a:close/>
                  <a:moveTo>
                    <a:pt x="26247" y="31300"/>
                  </a:moveTo>
                  <a:lnTo>
                    <a:pt x="25598" y="30289"/>
                  </a:lnTo>
                  <a:lnTo>
                    <a:pt x="25704" y="30229"/>
                  </a:lnTo>
                  <a:lnTo>
                    <a:pt x="26368" y="31224"/>
                  </a:lnTo>
                  <a:close/>
                  <a:moveTo>
                    <a:pt x="7799" y="31285"/>
                  </a:moveTo>
                  <a:lnTo>
                    <a:pt x="7679" y="31224"/>
                  </a:lnTo>
                  <a:lnTo>
                    <a:pt x="8342" y="30214"/>
                  </a:lnTo>
                  <a:lnTo>
                    <a:pt x="8448" y="30289"/>
                  </a:lnTo>
                  <a:close/>
                  <a:moveTo>
                    <a:pt x="26549" y="31104"/>
                  </a:moveTo>
                  <a:lnTo>
                    <a:pt x="25870" y="30108"/>
                  </a:lnTo>
                  <a:lnTo>
                    <a:pt x="25975" y="30033"/>
                  </a:lnTo>
                  <a:lnTo>
                    <a:pt x="26654" y="31028"/>
                  </a:lnTo>
                  <a:close/>
                  <a:moveTo>
                    <a:pt x="7498" y="31089"/>
                  </a:moveTo>
                  <a:lnTo>
                    <a:pt x="7392" y="31013"/>
                  </a:lnTo>
                  <a:lnTo>
                    <a:pt x="8056" y="30033"/>
                  </a:lnTo>
                  <a:lnTo>
                    <a:pt x="8161" y="30108"/>
                  </a:lnTo>
                  <a:close/>
                  <a:moveTo>
                    <a:pt x="26820" y="30908"/>
                  </a:moveTo>
                  <a:lnTo>
                    <a:pt x="26126" y="29927"/>
                  </a:lnTo>
                  <a:lnTo>
                    <a:pt x="26232" y="29852"/>
                  </a:lnTo>
                  <a:lnTo>
                    <a:pt x="26941" y="30817"/>
                  </a:lnTo>
                  <a:close/>
                  <a:moveTo>
                    <a:pt x="7211" y="30908"/>
                  </a:moveTo>
                  <a:lnTo>
                    <a:pt x="7105" y="30817"/>
                  </a:lnTo>
                  <a:lnTo>
                    <a:pt x="7799" y="29852"/>
                  </a:lnTo>
                  <a:lnTo>
                    <a:pt x="7905" y="29927"/>
                  </a:lnTo>
                  <a:close/>
                  <a:moveTo>
                    <a:pt x="27107" y="30712"/>
                  </a:moveTo>
                  <a:lnTo>
                    <a:pt x="26398" y="29746"/>
                  </a:lnTo>
                  <a:lnTo>
                    <a:pt x="26503" y="29671"/>
                  </a:lnTo>
                  <a:lnTo>
                    <a:pt x="27227" y="30636"/>
                  </a:lnTo>
                  <a:close/>
                  <a:moveTo>
                    <a:pt x="6939" y="30697"/>
                  </a:moveTo>
                  <a:lnTo>
                    <a:pt x="6834" y="30621"/>
                  </a:lnTo>
                  <a:lnTo>
                    <a:pt x="7528" y="29626"/>
                  </a:lnTo>
                  <a:lnTo>
                    <a:pt x="7618" y="29701"/>
                  </a:lnTo>
                  <a:close/>
                  <a:moveTo>
                    <a:pt x="27393" y="30516"/>
                  </a:moveTo>
                  <a:lnTo>
                    <a:pt x="26669" y="29565"/>
                  </a:lnTo>
                  <a:lnTo>
                    <a:pt x="26775" y="29490"/>
                  </a:lnTo>
                  <a:lnTo>
                    <a:pt x="27514" y="30440"/>
                  </a:lnTo>
                  <a:close/>
                  <a:moveTo>
                    <a:pt x="6653" y="30500"/>
                  </a:moveTo>
                  <a:lnTo>
                    <a:pt x="6547" y="30410"/>
                  </a:lnTo>
                  <a:lnTo>
                    <a:pt x="7286" y="29475"/>
                  </a:lnTo>
                  <a:lnTo>
                    <a:pt x="7392" y="29550"/>
                  </a:lnTo>
                  <a:close/>
                  <a:moveTo>
                    <a:pt x="27680" y="30304"/>
                  </a:moveTo>
                  <a:lnTo>
                    <a:pt x="26926" y="29369"/>
                  </a:lnTo>
                  <a:lnTo>
                    <a:pt x="27016" y="29279"/>
                  </a:lnTo>
                  <a:lnTo>
                    <a:pt x="27770" y="30214"/>
                  </a:lnTo>
                  <a:close/>
                  <a:moveTo>
                    <a:pt x="6381" y="30289"/>
                  </a:moveTo>
                  <a:lnTo>
                    <a:pt x="6276" y="30199"/>
                  </a:lnTo>
                  <a:lnTo>
                    <a:pt x="7030" y="29279"/>
                  </a:lnTo>
                  <a:lnTo>
                    <a:pt x="7136" y="29354"/>
                  </a:lnTo>
                  <a:close/>
                  <a:moveTo>
                    <a:pt x="27921" y="30018"/>
                  </a:moveTo>
                  <a:lnTo>
                    <a:pt x="27152" y="29098"/>
                  </a:lnTo>
                  <a:lnTo>
                    <a:pt x="27242" y="29022"/>
                  </a:lnTo>
                  <a:lnTo>
                    <a:pt x="28027" y="29927"/>
                  </a:lnTo>
                  <a:close/>
                  <a:moveTo>
                    <a:pt x="6080" y="30003"/>
                  </a:moveTo>
                  <a:lnTo>
                    <a:pt x="5974" y="29912"/>
                  </a:lnTo>
                  <a:lnTo>
                    <a:pt x="6774" y="29007"/>
                  </a:lnTo>
                  <a:lnTo>
                    <a:pt x="6864" y="29098"/>
                  </a:lnTo>
                  <a:close/>
                  <a:moveTo>
                    <a:pt x="28193" y="29791"/>
                  </a:moveTo>
                  <a:lnTo>
                    <a:pt x="27393" y="28886"/>
                  </a:lnTo>
                  <a:lnTo>
                    <a:pt x="27499" y="28796"/>
                  </a:lnTo>
                  <a:lnTo>
                    <a:pt x="28283" y="29701"/>
                  </a:lnTo>
                  <a:close/>
                  <a:moveTo>
                    <a:pt x="5823" y="29776"/>
                  </a:moveTo>
                  <a:lnTo>
                    <a:pt x="5718" y="29686"/>
                  </a:lnTo>
                  <a:lnTo>
                    <a:pt x="6517" y="28796"/>
                  </a:lnTo>
                  <a:lnTo>
                    <a:pt x="6608" y="28871"/>
                  </a:lnTo>
                  <a:close/>
                  <a:moveTo>
                    <a:pt x="28449" y="29565"/>
                  </a:moveTo>
                  <a:lnTo>
                    <a:pt x="27650" y="28675"/>
                  </a:lnTo>
                  <a:lnTo>
                    <a:pt x="27740" y="28585"/>
                  </a:lnTo>
                  <a:lnTo>
                    <a:pt x="28555" y="29475"/>
                  </a:lnTo>
                  <a:close/>
                  <a:moveTo>
                    <a:pt x="5552" y="29550"/>
                  </a:moveTo>
                  <a:lnTo>
                    <a:pt x="5461" y="29445"/>
                  </a:lnTo>
                  <a:lnTo>
                    <a:pt x="6276" y="28570"/>
                  </a:lnTo>
                  <a:lnTo>
                    <a:pt x="6366" y="28660"/>
                  </a:lnTo>
                  <a:close/>
                  <a:moveTo>
                    <a:pt x="28706" y="29324"/>
                  </a:moveTo>
                  <a:lnTo>
                    <a:pt x="27891" y="28449"/>
                  </a:lnTo>
                  <a:lnTo>
                    <a:pt x="27982" y="28359"/>
                  </a:lnTo>
                  <a:lnTo>
                    <a:pt x="28811" y="29233"/>
                  </a:lnTo>
                  <a:close/>
                  <a:moveTo>
                    <a:pt x="5310" y="29309"/>
                  </a:moveTo>
                  <a:lnTo>
                    <a:pt x="5205" y="29203"/>
                  </a:lnTo>
                  <a:lnTo>
                    <a:pt x="6034" y="28343"/>
                  </a:lnTo>
                  <a:lnTo>
                    <a:pt x="6125" y="28434"/>
                  </a:lnTo>
                  <a:close/>
                  <a:moveTo>
                    <a:pt x="28962" y="29083"/>
                  </a:moveTo>
                  <a:lnTo>
                    <a:pt x="28117" y="28223"/>
                  </a:lnTo>
                  <a:lnTo>
                    <a:pt x="28208" y="28132"/>
                  </a:lnTo>
                  <a:lnTo>
                    <a:pt x="29053" y="28977"/>
                  </a:lnTo>
                  <a:close/>
                  <a:moveTo>
                    <a:pt x="5054" y="29052"/>
                  </a:moveTo>
                  <a:lnTo>
                    <a:pt x="4948" y="28962"/>
                  </a:lnTo>
                  <a:lnTo>
                    <a:pt x="5793" y="28117"/>
                  </a:lnTo>
                  <a:lnTo>
                    <a:pt x="5884" y="28208"/>
                  </a:lnTo>
                  <a:close/>
                  <a:moveTo>
                    <a:pt x="29203" y="28826"/>
                  </a:moveTo>
                  <a:lnTo>
                    <a:pt x="28344" y="27996"/>
                  </a:lnTo>
                  <a:lnTo>
                    <a:pt x="28434" y="27906"/>
                  </a:lnTo>
                  <a:lnTo>
                    <a:pt x="29294" y="28736"/>
                  </a:lnTo>
                  <a:close/>
                  <a:moveTo>
                    <a:pt x="4798" y="28811"/>
                  </a:moveTo>
                  <a:lnTo>
                    <a:pt x="4707" y="28721"/>
                  </a:lnTo>
                  <a:lnTo>
                    <a:pt x="5567" y="27891"/>
                  </a:lnTo>
                  <a:lnTo>
                    <a:pt x="5657" y="27981"/>
                  </a:lnTo>
                  <a:close/>
                  <a:moveTo>
                    <a:pt x="29445" y="28570"/>
                  </a:moveTo>
                  <a:lnTo>
                    <a:pt x="28570" y="27755"/>
                  </a:lnTo>
                  <a:lnTo>
                    <a:pt x="28660" y="27665"/>
                  </a:lnTo>
                  <a:lnTo>
                    <a:pt x="29535" y="28464"/>
                  </a:lnTo>
                  <a:close/>
                  <a:moveTo>
                    <a:pt x="4556" y="28555"/>
                  </a:moveTo>
                  <a:lnTo>
                    <a:pt x="4466" y="28464"/>
                  </a:lnTo>
                  <a:lnTo>
                    <a:pt x="5341" y="27650"/>
                  </a:lnTo>
                  <a:lnTo>
                    <a:pt x="5446" y="27755"/>
                  </a:lnTo>
                  <a:close/>
                  <a:moveTo>
                    <a:pt x="29686" y="28328"/>
                  </a:moveTo>
                  <a:lnTo>
                    <a:pt x="28796" y="27529"/>
                  </a:lnTo>
                  <a:lnTo>
                    <a:pt x="28872" y="27423"/>
                  </a:lnTo>
                  <a:lnTo>
                    <a:pt x="29777" y="28223"/>
                  </a:lnTo>
                  <a:close/>
                  <a:moveTo>
                    <a:pt x="4330" y="28298"/>
                  </a:moveTo>
                  <a:lnTo>
                    <a:pt x="4239" y="28208"/>
                  </a:lnTo>
                  <a:lnTo>
                    <a:pt x="5129" y="27408"/>
                  </a:lnTo>
                  <a:lnTo>
                    <a:pt x="5220" y="27514"/>
                  </a:lnTo>
                  <a:close/>
                  <a:moveTo>
                    <a:pt x="29912" y="28057"/>
                  </a:moveTo>
                  <a:lnTo>
                    <a:pt x="29022" y="27272"/>
                  </a:lnTo>
                  <a:lnTo>
                    <a:pt x="29098" y="27182"/>
                  </a:lnTo>
                  <a:lnTo>
                    <a:pt x="30018" y="27951"/>
                  </a:lnTo>
                  <a:close/>
                  <a:moveTo>
                    <a:pt x="4089" y="28042"/>
                  </a:moveTo>
                  <a:lnTo>
                    <a:pt x="3998" y="27936"/>
                  </a:lnTo>
                  <a:lnTo>
                    <a:pt x="4918" y="27167"/>
                  </a:lnTo>
                  <a:lnTo>
                    <a:pt x="4994" y="27257"/>
                  </a:lnTo>
                  <a:close/>
                  <a:moveTo>
                    <a:pt x="30154" y="27785"/>
                  </a:moveTo>
                  <a:lnTo>
                    <a:pt x="29218" y="27031"/>
                  </a:lnTo>
                  <a:lnTo>
                    <a:pt x="29309" y="26941"/>
                  </a:lnTo>
                  <a:lnTo>
                    <a:pt x="30229" y="27695"/>
                  </a:lnTo>
                  <a:close/>
                  <a:moveTo>
                    <a:pt x="3877" y="27770"/>
                  </a:moveTo>
                  <a:lnTo>
                    <a:pt x="3787" y="27665"/>
                  </a:lnTo>
                  <a:lnTo>
                    <a:pt x="4722" y="26910"/>
                  </a:lnTo>
                  <a:cubicBezTo>
                    <a:pt x="4752" y="26941"/>
                    <a:pt x="4767" y="26971"/>
                    <a:pt x="4798" y="27001"/>
                  </a:cubicBezTo>
                  <a:close/>
                  <a:moveTo>
                    <a:pt x="30365" y="27514"/>
                  </a:moveTo>
                  <a:lnTo>
                    <a:pt x="29430" y="26775"/>
                  </a:lnTo>
                  <a:lnTo>
                    <a:pt x="29505" y="26669"/>
                  </a:lnTo>
                  <a:lnTo>
                    <a:pt x="30440" y="27408"/>
                  </a:lnTo>
                  <a:close/>
                  <a:moveTo>
                    <a:pt x="3651" y="27499"/>
                  </a:moveTo>
                  <a:lnTo>
                    <a:pt x="3576" y="27393"/>
                  </a:lnTo>
                  <a:lnTo>
                    <a:pt x="4511" y="26654"/>
                  </a:lnTo>
                  <a:lnTo>
                    <a:pt x="4601" y="26760"/>
                  </a:lnTo>
                  <a:close/>
                  <a:moveTo>
                    <a:pt x="30576" y="27227"/>
                  </a:moveTo>
                  <a:lnTo>
                    <a:pt x="29641" y="26503"/>
                  </a:lnTo>
                  <a:lnTo>
                    <a:pt x="29716" y="26413"/>
                  </a:lnTo>
                  <a:lnTo>
                    <a:pt x="30666" y="27122"/>
                  </a:lnTo>
                  <a:close/>
                  <a:moveTo>
                    <a:pt x="3440" y="27212"/>
                  </a:moveTo>
                  <a:lnTo>
                    <a:pt x="3365" y="27107"/>
                  </a:lnTo>
                  <a:lnTo>
                    <a:pt x="4315" y="26398"/>
                  </a:lnTo>
                  <a:lnTo>
                    <a:pt x="4390" y="26503"/>
                  </a:lnTo>
                  <a:close/>
                  <a:moveTo>
                    <a:pt x="30787" y="26956"/>
                  </a:moveTo>
                  <a:lnTo>
                    <a:pt x="29822" y="26247"/>
                  </a:lnTo>
                  <a:lnTo>
                    <a:pt x="29897" y="26141"/>
                  </a:lnTo>
                  <a:lnTo>
                    <a:pt x="30863" y="26835"/>
                  </a:lnTo>
                  <a:close/>
                  <a:moveTo>
                    <a:pt x="3229" y="26941"/>
                  </a:moveTo>
                  <a:lnTo>
                    <a:pt x="3153" y="26820"/>
                  </a:lnTo>
                  <a:lnTo>
                    <a:pt x="4134" y="26126"/>
                  </a:lnTo>
                  <a:lnTo>
                    <a:pt x="4194" y="26232"/>
                  </a:lnTo>
                  <a:close/>
                  <a:moveTo>
                    <a:pt x="30983" y="26669"/>
                  </a:moveTo>
                  <a:lnTo>
                    <a:pt x="30003" y="25990"/>
                  </a:lnTo>
                  <a:lnTo>
                    <a:pt x="30078" y="25885"/>
                  </a:lnTo>
                  <a:lnTo>
                    <a:pt x="31059" y="26548"/>
                  </a:lnTo>
                  <a:close/>
                  <a:moveTo>
                    <a:pt x="3018" y="26654"/>
                  </a:moveTo>
                  <a:lnTo>
                    <a:pt x="2942" y="26533"/>
                  </a:lnTo>
                  <a:lnTo>
                    <a:pt x="3938" y="25870"/>
                  </a:lnTo>
                  <a:lnTo>
                    <a:pt x="4013" y="25975"/>
                  </a:lnTo>
                  <a:close/>
                  <a:moveTo>
                    <a:pt x="31179" y="26383"/>
                  </a:moveTo>
                  <a:lnTo>
                    <a:pt x="30184" y="25719"/>
                  </a:lnTo>
                  <a:lnTo>
                    <a:pt x="30259" y="25613"/>
                  </a:lnTo>
                  <a:lnTo>
                    <a:pt x="31255" y="26262"/>
                  </a:lnTo>
                  <a:close/>
                  <a:moveTo>
                    <a:pt x="2822" y="26367"/>
                  </a:moveTo>
                  <a:lnTo>
                    <a:pt x="2761" y="26247"/>
                  </a:lnTo>
                  <a:lnTo>
                    <a:pt x="3757" y="25598"/>
                  </a:lnTo>
                  <a:lnTo>
                    <a:pt x="3817" y="25704"/>
                  </a:lnTo>
                  <a:close/>
                  <a:moveTo>
                    <a:pt x="31375" y="26081"/>
                  </a:moveTo>
                  <a:lnTo>
                    <a:pt x="30365" y="25447"/>
                  </a:lnTo>
                  <a:lnTo>
                    <a:pt x="30440" y="25327"/>
                  </a:lnTo>
                  <a:lnTo>
                    <a:pt x="31451" y="25960"/>
                  </a:lnTo>
                  <a:close/>
                  <a:moveTo>
                    <a:pt x="2641" y="26066"/>
                  </a:moveTo>
                  <a:lnTo>
                    <a:pt x="2565" y="25960"/>
                  </a:lnTo>
                  <a:lnTo>
                    <a:pt x="3576" y="25327"/>
                  </a:lnTo>
                  <a:lnTo>
                    <a:pt x="3651" y="25432"/>
                  </a:lnTo>
                  <a:close/>
                  <a:moveTo>
                    <a:pt x="31556" y="25779"/>
                  </a:moveTo>
                  <a:lnTo>
                    <a:pt x="30546" y="25161"/>
                  </a:lnTo>
                  <a:lnTo>
                    <a:pt x="30606" y="25055"/>
                  </a:lnTo>
                  <a:lnTo>
                    <a:pt x="31632" y="25674"/>
                  </a:lnTo>
                  <a:close/>
                  <a:moveTo>
                    <a:pt x="2460" y="25779"/>
                  </a:moveTo>
                  <a:lnTo>
                    <a:pt x="2384" y="25658"/>
                  </a:lnTo>
                  <a:lnTo>
                    <a:pt x="3410" y="25040"/>
                  </a:lnTo>
                  <a:lnTo>
                    <a:pt x="3470" y="25161"/>
                  </a:lnTo>
                  <a:close/>
                  <a:moveTo>
                    <a:pt x="31737" y="25493"/>
                  </a:moveTo>
                  <a:lnTo>
                    <a:pt x="30712" y="24889"/>
                  </a:lnTo>
                  <a:lnTo>
                    <a:pt x="30772" y="24769"/>
                  </a:lnTo>
                  <a:lnTo>
                    <a:pt x="31813" y="25357"/>
                  </a:lnTo>
                  <a:close/>
                  <a:moveTo>
                    <a:pt x="2279" y="25477"/>
                  </a:moveTo>
                  <a:lnTo>
                    <a:pt x="2203" y="25357"/>
                  </a:lnTo>
                  <a:lnTo>
                    <a:pt x="3244" y="24769"/>
                  </a:lnTo>
                  <a:lnTo>
                    <a:pt x="3304" y="24889"/>
                  </a:lnTo>
                  <a:close/>
                  <a:moveTo>
                    <a:pt x="31918" y="25191"/>
                  </a:moveTo>
                  <a:lnTo>
                    <a:pt x="30863" y="24603"/>
                  </a:lnTo>
                  <a:lnTo>
                    <a:pt x="30923" y="24497"/>
                  </a:lnTo>
                  <a:lnTo>
                    <a:pt x="31979" y="25055"/>
                  </a:lnTo>
                  <a:close/>
                  <a:moveTo>
                    <a:pt x="2098" y="25191"/>
                  </a:moveTo>
                  <a:lnTo>
                    <a:pt x="2037" y="25070"/>
                  </a:lnTo>
                  <a:lnTo>
                    <a:pt x="3093" y="24497"/>
                  </a:lnTo>
                  <a:lnTo>
                    <a:pt x="3153" y="24618"/>
                  </a:lnTo>
                  <a:close/>
                  <a:moveTo>
                    <a:pt x="32084" y="24889"/>
                  </a:moveTo>
                  <a:lnTo>
                    <a:pt x="31029" y="24316"/>
                  </a:lnTo>
                  <a:lnTo>
                    <a:pt x="31089" y="24210"/>
                  </a:lnTo>
                  <a:lnTo>
                    <a:pt x="32145" y="24753"/>
                  </a:lnTo>
                  <a:close/>
                  <a:moveTo>
                    <a:pt x="1947" y="24889"/>
                  </a:moveTo>
                  <a:lnTo>
                    <a:pt x="1871" y="24769"/>
                  </a:lnTo>
                  <a:lnTo>
                    <a:pt x="2942" y="24226"/>
                  </a:lnTo>
                  <a:lnTo>
                    <a:pt x="3003" y="24331"/>
                  </a:lnTo>
                  <a:close/>
                  <a:moveTo>
                    <a:pt x="32235" y="24557"/>
                  </a:moveTo>
                  <a:lnTo>
                    <a:pt x="31164" y="24014"/>
                  </a:lnTo>
                  <a:lnTo>
                    <a:pt x="31225" y="23894"/>
                  </a:lnTo>
                  <a:lnTo>
                    <a:pt x="32296" y="24422"/>
                  </a:lnTo>
                  <a:close/>
                  <a:moveTo>
                    <a:pt x="1781" y="24557"/>
                  </a:moveTo>
                  <a:lnTo>
                    <a:pt x="1720" y="24422"/>
                  </a:lnTo>
                  <a:lnTo>
                    <a:pt x="2791" y="23909"/>
                  </a:lnTo>
                  <a:lnTo>
                    <a:pt x="2852" y="24014"/>
                  </a:lnTo>
                  <a:close/>
                  <a:moveTo>
                    <a:pt x="32386" y="24241"/>
                  </a:moveTo>
                  <a:lnTo>
                    <a:pt x="31315" y="23728"/>
                  </a:lnTo>
                  <a:lnTo>
                    <a:pt x="31360" y="23607"/>
                  </a:lnTo>
                  <a:lnTo>
                    <a:pt x="32446" y="24120"/>
                  </a:lnTo>
                  <a:cubicBezTo>
                    <a:pt x="32431" y="24150"/>
                    <a:pt x="32416" y="24195"/>
                    <a:pt x="32386" y="24241"/>
                  </a:cubicBezTo>
                  <a:close/>
                  <a:moveTo>
                    <a:pt x="1630" y="24241"/>
                  </a:moveTo>
                  <a:lnTo>
                    <a:pt x="1570" y="24120"/>
                  </a:lnTo>
                  <a:lnTo>
                    <a:pt x="2656" y="23607"/>
                  </a:lnTo>
                  <a:lnTo>
                    <a:pt x="2701" y="23728"/>
                  </a:lnTo>
                  <a:close/>
                  <a:moveTo>
                    <a:pt x="32552" y="23924"/>
                  </a:moveTo>
                  <a:lnTo>
                    <a:pt x="31466" y="23441"/>
                  </a:lnTo>
                  <a:lnTo>
                    <a:pt x="31511" y="23320"/>
                  </a:lnTo>
                  <a:lnTo>
                    <a:pt x="32597" y="23803"/>
                  </a:lnTo>
                  <a:close/>
                  <a:moveTo>
                    <a:pt x="1494" y="23924"/>
                  </a:moveTo>
                  <a:lnTo>
                    <a:pt x="1434" y="23788"/>
                  </a:lnTo>
                  <a:lnTo>
                    <a:pt x="2520" y="23305"/>
                  </a:lnTo>
                  <a:lnTo>
                    <a:pt x="2580" y="23426"/>
                  </a:lnTo>
                  <a:close/>
                  <a:moveTo>
                    <a:pt x="32688" y="23592"/>
                  </a:moveTo>
                  <a:lnTo>
                    <a:pt x="31587" y="23124"/>
                  </a:lnTo>
                  <a:lnTo>
                    <a:pt x="31632" y="23019"/>
                  </a:lnTo>
                  <a:lnTo>
                    <a:pt x="32748" y="23471"/>
                  </a:lnTo>
                  <a:cubicBezTo>
                    <a:pt x="32718" y="23517"/>
                    <a:pt x="32703" y="23562"/>
                    <a:pt x="32688" y="23592"/>
                  </a:cubicBezTo>
                  <a:close/>
                  <a:moveTo>
                    <a:pt x="1343" y="23592"/>
                  </a:moveTo>
                  <a:lnTo>
                    <a:pt x="1298" y="23471"/>
                  </a:lnTo>
                  <a:lnTo>
                    <a:pt x="2399" y="23019"/>
                  </a:lnTo>
                  <a:lnTo>
                    <a:pt x="2444" y="23124"/>
                  </a:lnTo>
                  <a:close/>
                  <a:moveTo>
                    <a:pt x="1208" y="23275"/>
                  </a:moveTo>
                  <a:lnTo>
                    <a:pt x="1162" y="23139"/>
                  </a:lnTo>
                  <a:lnTo>
                    <a:pt x="2279" y="22717"/>
                  </a:lnTo>
                  <a:lnTo>
                    <a:pt x="2324" y="22823"/>
                  </a:lnTo>
                  <a:close/>
                  <a:moveTo>
                    <a:pt x="32824" y="23275"/>
                  </a:moveTo>
                  <a:lnTo>
                    <a:pt x="31707" y="22838"/>
                  </a:lnTo>
                  <a:lnTo>
                    <a:pt x="31753" y="22717"/>
                  </a:lnTo>
                  <a:lnTo>
                    <a:pt x="32869" y="23139"/>
                  </a:lnTo>
                  <a:close/>
                  <a:moveTo>
                    <a:pt x="1087" y="22943"/>
                  </a:moveTo>
                  <a:lnTo>
                    <a:pt x="1027" y="22823"/>
                  </a:lnTo>
                  <a:lnTo>
                    <a:pt x="2158" y="22400"/>
                  </a:lnTo>
                  <a:lnTo>
                    <a:pt x="2203" y="22521"/>
                  </a:lnTo>
                  <a:close/>
                  <a:moveTo>
                    <a:pt x="32944" y="22943"/>
                  </a:moveTo>
                  <a:lnTo>
                    <a:pt x="31828" y="22521"/>
                  </a:lnTo>
                  <a:lnTo>
                    <a:pt x="31873" y="22400"/>
                  </a:lnTo>
                  <a:lnTo>
                    <a:pt x="33005" y="22823"/>
                  </a:lnTo>
                  <a:close/>
                  <a:moveTo>
                    <a:pt x="966" y="22612"/>
                  </a:moveTo>
                  <a:lnTo>
                    <a:pt x="921" y="22491"/>
                  </a:lnTo>
                  <a:lnTo>
                    <a:pt x="2052" y="22099"/>
                  </a:lnTo>
                  <a:lnTo>
                    <a:pt x="2098" y="22219"/>
                  </a:lnTo>
                  <a:close/>
                  <a:moveTo>
                    <a:pt x="33065" y="22612"/>
                  </a:moveTo>
                  <a:lnTo>
                    <a:pt x="31934" y="22219"/>
                  </a:lnTo>
                  <a:lnTo>
                    <a:pt x="31979" y="22099"/>
                  </a:lnTo>
                  <a:lnTo>
                    <a:pt x="33110" y="22491"/>
                  </a:lnTo>
                  <a:close/>
                  <a:moveTo>
                    <a:pt x="846" y="22295"/>
                  </a:moveTo>
                  <a:lnTo>
                    <a:pt x="800" y="22159"/>
                  </a:lnTo>
                  <a:lnTo>
                    <a:pt x="1932" y="21797"/>
                  </a:lnTo>
                  <a:lnTo>
                    <a:pt x="1977" y="21918"/>
                  </a:lnTo>
                  <a:close/>
                  <a:moveTo>
                    <a:pt x="33170" y="22295"/>
                  </a:moveTo>
                  <a:lnTo>
                    <a:pt x="32039" y="21918"/>
                  </a:lnTo>
                  <a:lnTo>
                    <a:pt x="32084" y="21797"/>
                  </a:lnTo>
                  <a:lnTo>
                    <a:pt x="33216" y="22159"/>
                  </a:lnTo>
                  <a:cubicBezTo>
                    <a:pt x="33201" y="22189"/>
                    <a:pt x="33186" y="22234"/>
                    <a:pt x="33170" y="22295"/>
                  </a:cubicBezTo>
                  <a:close/>
                  <a:moveTo>
                    <a:pt x="740" y="21963"/>
                  </a:moveTo>
                  <a:cubicBezTo>
                    <a:pt x="725" y="21918"/>
                    <a:pt x="710" y="21872"/>
                    <a:pt x="710" y="21827"/>
                  </a:cubicBezTo>
                  <a:lnTo>
                    <a:pt x="1856" y="21480"/>
                  </a:lnTo>
                  <a:lnTo>
                    <a:pt x="1886" y="21616"/>
                  </a:lnTo>
                  <a:close/>
                  <a:moveTo>
                    <a:pt x="33276" y="21963"/>
                  </a:moveTo>
                  <a:lnTo>
                    <a:pt x="32145" y="21601"/>
                  </a:lnTo>
                  <a:lnTo>
                    <a:pt x="32175" y="21480"/>
                  </a:lnTo>
                  <a:lnTo>
                    <a:pt x="33321" y="21827"/>
                  </a:lnTo>
                  <a:close/>
                  <a:moveTo>
                    <a:pt x="649" y="21631"/>
                  </a:moveTo>
                  <a:lnTo>
                    <a:pt x="604" y="21495"/>
                  </a:lnTo>
                  <a:lnTo>
                    <a:pt x="1766" y="21163"/>
                  </a:lnTo>
                  <a:lnTo>
                    <a:pt x="1796" y="21284"/>
                  </a:lnTo>
                  <a:close/>
                  <a:moveTo>
                    <a:pt x="33382" y="21631"/>
                  </a:moveTo>
                  <a:lnTo>
                    <a:pt x="32235" y="21299"/>
                  </a:lnTo>
                  <a:lnTo>
                    <a:pt x="32265" y="21179"/>
                  </a:lnTo>
                  <a:lnTo>
                    <a:pt x="33427" y="21495"/>
                  </a:lnTo>
                  <a:close/>
                  <a:moveTo>
                    <a:pt x="544" y="21269"/>
                  </a:moveTo>
                  <a:lnTo>
                    <a:pt x="514" y="21133"/>
                  </a:lnTo>
                  <a:lnTo>
                    <a:pt x="1675" y="20847"/>
                  </a:lnTo>
                  <a:lnTo>
                    <a:pt x="1705" y="20967"/>
                  </a:lnTo>
                  <a:close/>
                  <a:moveTo>
                    <a:pt x="33472" y="21269"/>
                  </a:moveTo>
                  <a:lnTo>
                    <a:pt x="32311" y="20967"/>
                  </a:lnTo>
                  <a:lnTo>
                    <a:pt x="32341" y="20847"/>
                  </a:lnTo>
                  <a:lnTo>
                    <a:pt x="33502" y="21133"/>
                  </a:lnTo>
                  <a:close/>
                  <a:moveTo>
                    <a:pt x="468" y="20937"/>
                  </a:moveTo>
                  <a:lnTo>
                    <a:pt x="438" y="20801"/>
                  </a:lnTo>
                  <a:lnTo>
                    <a:pt x="1600" y="20530"/>
                  </a:lnTo>
                  <a:lnTo>
                    <a:pt x="1630" y="20651"/>
                  </a:lnTo>
                  <a:close/>
                  <a:moveTo>
                    <a:pt x="33563" y="20937"/>
                  </a:moveTo>
                  <a:lnTo>
                    <a:pt x="32401" y="20651"/>
                  </a:lnTo>
                  <a:lnTo>
                    <a:pt x="32431" y="20530"/>
                  </a:lnTo>
                  <a:lnTo>
                    <a:pt x="33593" y="20801"/>
                  </a:lnTo>
                  <a:close/>
                  <a:moveTo>
                    <a:pt x="393" y="20590"/>
                  </a:moveTo>
                  <a:lnTo>
                    <a:pt x="363" y="20455"/>
                  </a:lnTo>
                  <a:lnTo>
                    <a:pt x="1524" y="20213"/>
                  </a:lnTo>
                  <a:lnTo>
                    <a:pt x="1555" y="20334"/>
                  </a:lnTo>
                  <a:close/>
                  <a:moveTo>
                    <a:pt x="33638" y="20590"/>
                  </a:moveTo>
                  <a:lnTo>
                    <a:pt x="32461" y="20334"/>
                  </a:lnTo>
                  <a:lnTo>
                    <a:pt x="32492" y="20213"/>
                  </a:lnTo>
                  <a:lnTo>
                    <a:pt x="33668" y="20455"/>
                  </a:lnTo>
                  <a:close/>
                  <a:moveTo>
                    <a:pt x="318" y="20243"/>
                  </a:moveTo>
                  <a:lnTo>
                    <a:pt x="287" y="20108"/>
                  </a:lnTo>
                  <a:lnTo>
                    <a:pt x="1464" y="19896"/>
                  </a:lnTo>
                  <a:lnTo>
                    <a:pt x="1494" y="20032"/>
                  </a:lnTo>
                  <a:close/>
                  <a:moveTo>
                    <a:pt x="33713" y="20243"/>
                  </a:moveTo>
                  <a:lnTo>
                    <a:pt x="32537" y="20017"/>
                  </a:lnTo>
                  <a:lnTo>
                    <a:pt x="32552" y="19896"/>
                  </a:lnTo>
                  <a:lnTo>
                    <a:pt x="33729" y="20108"/>
                  </a:lnTo>
                  <a:close/>
                  <a:moveTo>
                    <a:pt x="257" y="19896"/>
                  </a:moveTo>
                  <a:lnTo>
                    <a:pt x="227" y="19761"/>
                  </a:lnTo>
                  <a:lnTo>
                    <a:pt x="1404" y="19580"/>
                  </a:lnTo>
                  <a:lnTo>
                    <a:pt x="1434" y="19700"/>
                  </a:lnTo>
                  <a:close/>
                  <a:moveTo>
                    <a:pt x="33774" y="19896"/>
                  </a:moveTo>
                  <a:lnTo>
                    <a:pt x="32597" y="19700"/>
                  </a:lnTo>
                  <a:lnTo>
                    <a:pt x="32612" y="19565"/>
                  </a:lnTo>
                  <a:lnTo>
                    <a:pt x="33804" y="19761"/>
                  </a:lnTo>
                  <a:close/>
                  <a:moveTo>
                    <a:pt x="197" y="19549"/>
                  </a:moveTo>
                  <a:lnTo>
                    <a:pt x="182" y="19414"/>
                  </a:lnTo>
                  <a:lnTo>
                    <a:pt x="1358" y="19248"/>
                  </a:lnTo>
                  <a:lnTo>
                    <a:pt x="1374" y="19384"/>
                  </a:lnTo>
                  <a:close/>
                  <a:moveTo>
                    <a:pt x="33819" y="19549"/>
                  </a:moveTo>
                  <a:lnTo>
                    <a:pt x="32642" y="19384"/>
                  </a:lnTo>
                  <a:lnTo>
                    <a:pt x="32658" y="19248"/>
                  </a:lnTo>
                  <a:lnTo>
                    <a:pt x="33849" y="19414"/>
                  </a:lnTo>
                  <a:close/>
                  <a:moveTo>
                    <a:pt x="152" y="19218"/>
                  </a:moveTo>
                  <a:lnTo>
                    <a:pt x="137" y="19082"/>
                  </a:lnTo>
                  <a:lnTo>
                    <a:pt x="1313" y="18931"/>
                  </a:lnTo>
                  <a:lnTo>
                    <a:pt x="1328" y="19067"/>
                  </a:lnTo>
                  <a:close/>
                  <a:moveTo>
                    <a:pt x="33879" y="19218"/>
                  </a:moveTo>
                  <a:lnTo>
                    <a:pt x="32688" y="19067"/>
                  </a:lnTo>
                  <a:lnTo>
                    <a:pt x="32703" y="18931"/>
                  </a:lnTo>
                  <a:lnTo>
                    <a:pt x="33894" y="19082"/>
                  </a:lnTo>
                  <a:close/>
                  <a:moveTo>
                    <a:pt x="106" y="18871"/>
                  </a:moveTo>
                  <a:lnTo>
                    <a:pt x="91" y="18735"/>
                  </a:lnTo>
                  <a:lnTo>
                    <a:pt x="1283" y="18614"/>
                  </a:lnTo>
                  <a:lnTo>
                    <a:pt x="1298" y="18735"/>
                  </a:lnTo>
                  <a:close/>
                  <a:moveTo>
                    <a:pt x="33925" y="18856"/>
                  </a:moveTo>
                  <a:lnTo>
                    <a:pt x="32733" y="18720"/>
                  </a:lnTo>
                  <a:lnTo>
                    <a:pt x="32748" y="18599"/>
                  </a:lnTo>
                  <a:lnTo>
                    <a:pt x="33925" y="18720"/>
                  </a:lnTo>
                  <a:close/>
                  <a:moveTo>
                    <a:pt x="76" y="18524"/>
                  </a:moveTo>
                  <a:lnTo>
                    <a:pt x="61" y="18388"/>
                  </a:lnTo>
                  <a:lnTo>
                    <a:pt x="1253" y="18282"/>
                  </a:lnTo>
                  <a:lnTo>
                    <a:pt x="1268" y="18403"/>
                  </a:lnTo>
                  <a:close/>
                  <a:moveTo>
                    <a:pt x="33955" y="18524"/>
                  </a:moveTo>
                  <a:lnTo>
                    <a:pt x="32763" y="18418"/>
                  </a:lnTo>
                  <a:lnTo>
                    <a:pt x="32763" y="18282"/>
                  </a:lnTo>
                  <a:lnTo>
                    <a:pt x="33955" y="18388"/>
                  </a:lnTo>
                  <a:close/>
                  <a:moveTo>
                    <a:pt x="46" y="18162"/>
                  </a:moveTo>
                  <a:lnTo>
                    <a:pt x="31" y="18026"/>
                  </a:lnTo>
                  <a:lnTo>
                    <a:pt x="1223" y="17951"/>
                  </a:lnTo>
                  <a:lnTo>
                    <a:pt x="1223" y="18086"/>
                  </a:lnTo>
                  <a:close/>
                  <a:moveTo>
                    <a:pt x="33985" y="18162"/>
                  </a:moveTo>
                  <a:lnTo>
                    <a:pt x="32793" y="18086"/>
                  </a:lnTo>
                  <a:lnTo>
                    <a:pt x="32793" y="17951"/>
                  </a:lnTo>
                  <a:lnTo>
                    <a:pt x="33985" y="18026"/>
                  </a:lnTo>
                  <a:close/>
                  <a:moveTo>
                    <a:pt x="31" y="17815"/>
                  </a:moveTo>
                  <a:lnTo>
                    <a:pt x="31" y="17679"/>
                  </a:lnTo>
                  <a:lnTo>
                    <a:pt x="1223" y="17634"/>
                  </a:lnTo>
                  <a:lnTo>
                    <a:pt x="1223" y="17770"/>
                  </a:lnTo>
                  <a:close/>
                  <a:moveTo>
                    <a:pt x="34000" y="17815"/>
                  </a:moveTo>
                  <a:lnTo>
                    <a:pt x="32808" y="17754"/>
                  </a:lnTo>
                  <a:lnTo>
                    <a:pt x="32808" y="17634"/>
                  </a:lnTo>
                  <a:lnTo>
                    <a:pt x="34000" y="17679"/>
                  </a:lnTo>
                  <a:close/>
                  <a:moveTo>
                    <a:pt x="1" y="17468"/>
                  </a:moveTo>
                  <a:lnTo>
                    <a:pt x="1" y="17332"/>
                  </a:lnTo>
                  <a:lnTo>
                    <a:pt x="1208" y="17302"/>
                  </a:lnTo>
                  <a:lnTo>
                    <a:pt x="1208" y="17438"/>
                  </a:lnTo>
                  <a:close/>
                  <a:moveTo>
                    <a:pt x="34015" y="17468"/>
                  </a:moveTo>
                  <a:lnTo>
                    <a:pt x="32824" y="17423"/>
                  </a:lnTo>
                  <a:lnTo>
                    <a:pt x="32824" y="17302"/>
                  </a:lnTo>
                  <a:lnTo>
                    <a:pt x="34015" y="17332"/>
                  </a:lnTo>
                  <a:close/>
                  <a:moveTo>
                    <a:pt x="1" y="17121"/>
                  </a:moveTo>
                  <a:lnTo>
                    <a:pt x="1" y="16970"/>
                  </a:lnTo>
                  <a:lnTo>
                    <a:pt x="1192" y="16970"/>
                  </a:lnTo>
                  <a:lnTo>
                    <a:pt x="1192" y="17106"/>
                  </a:lnTo>
                  <a:close/>
                  <a:moveTo>
                    <a:pt x="34015" y="17121"/>
                  </a:moveTo>
                  <a:lnTo>
                    <a:pt x="32824" y="17106"/>
                  </a:lnTo>
                  <a:lnTo>
                    <a:pt x="32824" y="16970"/>
                  </a:lnTo>
                  <a:lnTo>
                    <a:pt x="34015" y="16970"/>
                  </a:lnTo>
                  <a:close/>
                  <a:moveTo>
                    <a:pt x="32824" y="16819"/>
                  </a:moveTo>
                  <a:lnTo>
                    <a:pt x="32824" y="16699"/>
                  </a:lnTo>
                  <a:lnTo>
                    <a:pt x="34015" y="16668"/>
                  </a:lnTo>
                  <a:lnTo>
                    <a:pt x="34015" y="16819"/>
                  </a:lnTo>
                  <a:close/>
                  <a:moveTo>
                    <a:pt x="1192" y="16774"/>
                  </a:moveTo>
                  <a:lnTo>
                    <a:pt x="1" y="16759"/>
                  </a:lnTo>
                  <a:lnTo>
                    <a:pt x="1" y="16638"/>
                  </a:lnTo>
                  <a:lnTo>
                    <a:pt x="1192" y="16653"/>
                  </a:lnTo>
                  <a:close/>
                  <a:moveTo>
                    <a:pt x="32824" y="16487"/>
                  </a:moveTo>
                  <a:lnTo>
                    <a:pt x="32824" y="16367"/>
                  </a:lnTo>
                  <a:lnTo>
                    <a:pt x="34015" y="16322"/>
                  </a:lnTo>
                  <a:lnTo>
                    <a:pt x="34015" y="16457"/>
                  </a:lnTo>
                  <a:close/>
                  <a:moveTo>
                    <a:pt x="1208" y="16457"/>
                  </a:moveTo>
                  <a:lnTo>
                    <a:pt x="16" y="16412"/>
                  </a:lnTo>
                  <a:lnTo>
                    <a:pt x="16" y="16276"/>
                  </a:lnTo>
                  <a:lnTo>
                    <a:pt x="1208" y="16322"/>
                  </a:lnTo>
                  <a:close/>
                  <a:moveTo>
                    <a:pt x="32808" y="16171"/>
                  </a:moveTo>
                  <a:lnTo>
                    <a:pt x="32808" y="16050"/>
                  </a:lnTo>
                  <a:lnTo>
                    <a:pt x="34000" y="15975"/>
                  </a:lnTo>
                  <a:lnTo>
                    <a:pt x="34000" y="16110"/>
                  </a:lnTo>
                  <a:close/>
                  <a:moveTo>
                    <a:pt x="1223" y="16125"/>
                  </a:moveTo>
                  <a:lnTo>
                    <a:pt x="31" y="16065"/>
                  </a:lnTo>
                  <a:lnTo>
                    <a:pt x="31" y="15929"/>
                  </a:lnTo>
                  <a:lnTo>
                    <a:pt x="1223" y="16005"/>
                  </a:lnTo>
                  <a:close/>
                  <a:moveTo>
                    <a:pt x="32793" y="15854"/>
                  </a:moveTo>
                  <a:lnTo>
                    <a:pt x="32778" y="15718"/>
                  </a:lnTo>
                  <a:lnTo>
                    <a:pt x="33970" y="15628"/>
                  </a:lnTo>
                  <a:lnTo>
                    <a:pt x="33970" y="15763"/>
                  </a:lnTo>
                  <a:close/>
                  <a:moveTo>
                    <a:pt x="1238" y="15809"/>
                  </a:moveTo>
                  <a:lnTo>
                    <a:pt x="46" y="15718"/>
                  </a:lnTo>
                  <a:lnTo>
                    <a:pt x="61" y="15582"/>
                  </a:lnTo>
                  <a:lnTo>
                    <a:pt x="1253" y="15673"/>
                  </a:lnTo>
                  <a:close/>
                  <a:moveTo>
                    <a:pt x="32763" y="15522"/>
                  </a:moveTo>
                  <a:lnTo>
                    <a:pt x="32748" y="15401"/>
                  </a:lnTo>
                  <a:lnTo>
                    <a:pt x="33940" y="15281"/>
                  </a:lnTo>
                  <a:lnTo>
                    <a:pt x="33955" y="15416"/>
                  </a:lnTo>
                  <a:close/>
                  <a:moveTo>
                    <a:pt x="1268" y="15477"/>
                  </a:moveTo>
                  <a:lnTo>
                    <a:pt x="76" y="15356"/>
                  </a:lnTo>
                  <a:lnTo>
                    <a:pt x="91" y="15220"/>
                  </a:lnTo>
                  <a:lnTo>
                    <a:pt x="1283" y="15341"/>
                  </a:lnTo>
                  <a:close/>
                  <a:moveTo>
                    <a:pt x="32733" y="15205"/>
                  </a:moveTo>
                  <a:lnTo>
                    <a:pt x="32718" y="15070"/>
                  </a:lnTo>
                  <a:lnTo>
                    <a:pt x="33910" y="14934"/>
                  </a:lnTo>
                  <a:lnTo>
                    <a:pt x="33925" y="15070"/>
                  </a:lnTo>
                  <a:close/>
                  <a:moveTo>
                    <a:pt x="1298" y="15145"/>
                  </a:moveTo>
                  <a:lnTo>
                    <a:pt x="106" y="15009"/>
                  </a:lnTo>
                  <a:lnTo>
                    <a:pt x="122" y="14873"/>
                  </a:lnTo>
                  <a:lnTo>
                    <a:pt x="1313" y="15024"/>
                  </a:lnTo>
                  <a:close/>
                  <a:moveTo>
                    <a:pt x="32688" y="14873"/>
                  </a:moveTo>
                  <a:lnTo>
                    <a:pt x="32673" y="14753"/>
                  </a:lnTo>
                  <a:lnTo>
                    <a:pt x="33849" y="14587"/>
                  </a:lnTo>
                  <a:lnTo>
                    <a:pt x="33879" y="14723"/>
                  </a:lnTo>
                  <a:close/>
                  <a:moveTo>
                    <a:pt x="1343" y="14828"/>
                  </a:moveTo>
                  <a:lnTo>
                    <a:pt x="152" y="14662"/>
                  </a:lnTo>
                  <a:lnTo>
                    <a:pt x="182" y="14527"/>
                  </a:lnTo>
                  <a:lnTo>
                    <a:pt x="1358" y="14708"/>
                  </a:lnTo>
                  <a:close/>
                  <a:moveTo>
                    <a:pt x="32642" y="14557"/>
                  </a:moveTo>
                  <a:lnTo>
                    <a:pt x="32627" y="14421"/>
                  </a:lnTo>
                  <a:lnTo>
                    <a:pt x="33804" y="14240"/>
                  </a:lnTo>
                  <a:lnTo>
                    <a:pt x="33819" y="14376"/>
                  </a:lnTo>
                  <a:close/>
                  <a:moveTo>
                    <a:pt x="1389" y="14511"/>
                  </a:moveTo>
                  <a:lnTo>
                    <a:pt x="197" y="14315"/>
                  </a:lnTo>
                  <a:lnTo>
                    <a:pt x="227" y="14180"/>
                  </a:lnTo>
                  <a:lnTo>
                    <a:pt x="1404" y="14376"/>
                  </a:lnTo>
                  <a:close/>
                  <a:moveTo>
                    <a:pt x="32597" y="14225"/>
                  </a:moveTo>
                  <a:lnTo>
                    <a:pt x="32582" y="14104"/>
                  </a:lnTo>
                  <a:lnTo>
                    <a:pt x="33759" y="13893"/>
                  </a:lnTo>
                  <a:lnTo>
                    <a:pt x="33774" y="14029"/>
                  </a:lnTo>
                  <a:close/>
                  <a:moveTo>
                    <a:pt x="1434" y="14180"/>
                  </a:moveTo>
                  <a:lnTo>
                    <a:pt x="257" y="13968"/>
                  </a:lnTo>
                  <a:lnTo>
                    <a:pt x="287" y="13833"/>
                  </a:lnTo>
                  <a:lnTo>
                    <a:pt x="1464" y="14059"/>
                  </a:lnTo>
                  <a:close/>
                  <a:moveTo>
                    <a:pt x="32537" y="13908"/>
                  </a:moveTo>
                  <a:lnTo>
                    <a:pt x="32507" y="13787"/>
                  </a:lnTo>
                  <a:lnTo>
                    <a:pt x="33683" y="13546"/>
                  </a:lnTo>
                  <a:lnTo>
                    <a:pt x="33698" y="13682"/>
                  </a:lnTo>
                  <a:close/>
                  <a:moveTo>
                    <a:pt x="1494" y="13863"/>
                  </a:moveTo>
                  <a:lnTo>
                    <a:pt x="333" y="13622"/>
                  </a:lnTo>
                  <a:lnTo>
                    <a:pt x="348" y="13486"/>
                  </a:lnTo>
                  <a:lnTo>
                    <a:pt x="1524" y="13727"/>
                  </a:lnTo>
                  <a:close/>
                  <a:moveTo>
                    <a:pt x="32461" y="13591"/>
                  </a:moveTo>
                  <a:lnTo>
                    <a:pt x="32431" y="13456"/>
                  </a:lnTo>
                  <a:lnTo>
                    <a:pt x="33608" y="13199"/>
                  </a:lnTo>
                  <a:lnTo>
                    <a:pt x="33638" y="13335"/>
                  </a:lnTo>
                  <a:close/>
                  <a:moveTo>
                    <a:pt x="1570" y="13546"/>
                  </a:moveTo>
                  <a:lnTo>
                    <a:pt x="393" y="13290"/>
                  </a:lnTo>
                  <a:lnTo>
                    <a:pt x="423" y="13154"/>
                  </a:lnTo>
                  <a:lnTo>
                    <a:pt x="1600" y="13425"/>
                  </a:lnTo>
                  <a:close/>
                  <a:moveTo>
                    <a:pt x="32386" y="13275"/>
                  </a:moveTo>
                  <a:lnTo>
                    <a:pt x="32356" y="13139"/>
                  </a:lnTo>
                  <a:lnTo>
                    <a:pt x="33517" y="12867"/>
                  </a:lnTo>
                  <a:lnTo>
                    <a:pt x="33548" y="12988"/>
                  </a:lnTo>
                  <a:close/>
                  <a:moveTo>
                    <a:pt x="1645" y="13244"/>
                  </a:moveTo>
                  <a:lnTo>
                    <a:pt x="484" y="12958"/>
                  </a:lnTo>
                  <a:lnTo>
                    <a:pt x="514" y="12822"/>
                  </a:lnTo>
                  <a:lnTo>
                    <a:pt x="1675" y="13109"/>
                  </a:lnTo>
                  <a:close/>
                  <a:moveTo>
                    <a:pt x="32311" y="12973"/>
                  </a:moveTo>
                  <a:lnTo>
                    <a:pt x="32280" y="12837"/>
                  </a:lnTo>
                  <a:lnTo>
                    <a:pt x="33427" y="12535"/>
                  </a:lnTo>
                  <a:cubicBezTo>
                    <a:pt x="33442" y="12581"/>
                    <a:pt x="33457" y="12626"/>
                    <a:pt x="33472" y="12671"/>
                  </a:cubicBezTo>
                  <a:close/>
                  <a:moveTo>
                    <a:pt x="1720" y="12928"/>
                  </a:moveTo>
                  <a:lnTo>
                    <a:pt x="559" y="12611"/>
                  </a:lnTo>
                  <a:cubicBezTo>
                    <a:pt x="574" y="12566"/>
                    <a:pt x="589" y="12520"/>
                    <a:pt x="604" y="12475"/>
                  </a:cubicBezTo>
                  <a:lnTo>
                    <a:pt x="1751" y="12792"/>
                  </a:lnTo>
                  <a:close/>
                  <a:moveTo>
                    <a:pt x="32220" y="12641"/>
                  </a:moveTo>
                  <a:cubicBezTo>
                    <a:pt x="32205" y="12596"/>
                    <a:pt x="32190" y="12566"/>
                    <a:pt x="32190" y="12520"/>
                  </a:cubicBezTo>
                  <a:lnTo>
                    <a:pt x="33336" y="12189"/>
                  </a:lnTo>
                  <a:lnTo>
                    <a:pt x="33367" y="12324"/>
                  </a:lnTo>
                  <a:close/>
                  <a:moveTo>
                    <a:pt x="1811" y="12596"/>
                  </a:moveTo>
                  <a:lnTo>
                    <a:pt x="665" y="12264"/>
                  </a:lnTo>
                  <a:lnTo>
                    <a:pt x="695" y="12128"/>
                  </a:lnTo>
                  <a:lnTo>
                    <a:pt x="1841" y="12475"/>
                  </a:lnTo>
                  <a:close/>
                  <a:moveTo>
                    <a:pt x="32130" y="12324"/>
                  </a:moveTo>
                  <a:lnTo>
                    <a:pt x="32099" y="12204"/>
                  </a:lnTo>
                  <a:lnTo>
                    <a:pt x="33231" y="11842"/>
                  </a:lnTo>
                  <a:cubicBezTo>
                    <a:pt x="33246" y="11887"/>
                    <a:pt x="33261" y="11932"/>
                    <a:pt x="33276" y="11977"/>
                  </a:cubicBezTo>
                  <a:close/>
                  <a:moveTo>
                    <a:pt x="1901" y="12279"/>
                  </a:moveTo>
                  <a:lnTo>
                    <a:pt x="755" y="11932"/>
                  </a:lnTo>
                  <a:cubicBezTo>
                    <a:pt x="770" y="11887"/>
                    <a:pt x="785" y="11842"/>
                    <a:pt x="800" y="11796"/>
                  </a:cubicBezTo>
                  <a:lnTo>
                    <a:pt x="1932" y="12158"/>
                  </a:lnTo>
                  <a:close/>
                  <a:moveTo>
                    <a:pt x="32039" y="12023"/>
                  </a:moveTo>
                  <a:lnTo>
                    <a:pt x="31994" y="11902"/>
                  </a:lnTo>
                  <a:lnTo>
                    <a:pt x="33125" y="11525"/>
                  </a:lnTo>
                  <a:lnTo>
                    <a:pt x="33170" y="11646"/>
                  </a:lnTo>
                  <a:close/>
                  <a:moveTo>
                    <a:pt x="1992" y="11977"/>
                  </a:moveTo>
                  <a:lnTo>
                    <a:pt x="861" y="11600"/>
                  </a:lnTo>
                  <a:lnTo>
                    <a:pt x="921" y="11464"/>
                  </a:lnTo>
                  <a:lnTo>
                    <a:pt x="2052" y="11857"/>
                  </a:lnTo>
                  <a:close/>
                  <a:moveTo>
                    <a:pt x="31934" y="11706"/>
                  </a:moveTo>
                  <a:lnTo>
                    <a:pt x="31888" y="11585"/>
                  </a:lnTo>
                  <a:lnTo>
                    <a:pt x="33020" y="11178"/>
                  </a:lnTo>
                  <a:cubicBezTo>
                    <a:pt x="33035" y="11223"/>
                    <a:pt x="33050" y="11268"/>
                    <a:pt x="33065" y="11314"/>
                  </a:cubicBezTo>
                  <a:close/>
                  <a:moveTo>
                    <a:pt x="2098" y="11661"/>
                  </a:moveTo>
                  <a:lnTo>
                    <a:pt x="966" y="11268"/>
                  </a:lnTo>
                  <a:lnTo>
                    <a:pt x="1027" y="11133"/>
                  </a:lnTo>
                  <a:lnTo>
                    <a:pt x="2158" y="11540"/>
                  </a:lnTo>
                  <a:close/>
                  <a:moveTo>
                    <a:pt x="31813" y="11404"/>
                  </a:moveTo>
                  <a:lnTo>
                    <a:pt x="31768" y="11283"/>
                  </a:lnTo>
                  <a:lnTo>
                    <a:pt x="32884" y="10861"/>
                  </a:lnTo>
                  <a:cubicBezTo>
                    <a:pt x="32899" y="10891"/>
                    <a:pt x="32914" y="10937"/>
                    <a:pt x="32929" y="10982"/>
                  </a:cubicBezTo>
                  <a:close/>
                  <a:moveTo>
                    <a:pt x="2218" y="11359"/>
                  </a:moveTo>
                  <a:lnTo>
                    <a:pt x="1117" y="10937"/>
                  </a:lnTo>
                  <a:lnTo>
                    <a:pt x="1162" y="10801"/>
                  </a:lnTo>
                  <a:lnTo>
                    <a:pt x="2279" y="11238"/>
                  </a:lnTo>
                  <a:close/>
                  <a:moveTo>
                    <a:pt x="31707" y="11102"/>
                  </a:moveTo>
                  <a:lnTo>
                    <a:pt x="31662" y="10982"/>
                  </a:lnTo>
                  <a:lnTo>
                    <a:pt x="32763" y="10529"/>
                  </a:lnTo>
                  <a:lnTo>
                    <a:pt x="32808" y="10650"/>
                  </a:lnTo>
                  <a:close/>
                  <a:moveTo>
                    <a:pt x="2339" y="11057"/>
                  </a:moveTo>
                  <a:lnTo>
                    <a:pt x="1238" y="10605"/>
                  </a:lnTo>
                  <a:lnTo>
                    <a:pt x="1283" y="10469"/>
                  </a:lnTo>
                  <a:lnTo>
                    <a:pt x="2384" y="10921"/>
                  </a:lnTo>
                  <a:close/>
                  <a:moveTo>
                    <a:pt x="31572" y="10801"/>
                  </a:moveTo>
                  <a:lnTo>
                    <a:pt x="31526" y="10680"/>
                  </a:lnTo>
                  <a:lnTo>
                    <a:pt x="32627" y="10213"/>
                  </a:lnTo>
                  <a:lnTo>
                    <a:pt x="32673" y="10333"/>
                  </a:lnTo>
                  <a:close/>
                  <a:moveTo>
                    <a:pt x="2460" y="10756"/>
                  </a:moveTo>
                  <a:lnTo>
                    <a:pt x="1374" y="10273"/>
                  </a:lnTo>
                  <a:lnTo>
                    <a:pt x="1419" y="10152"/>
                  </a:lnTo>
                  <a:lnTo>
                    <a:pt x="2520" y="10635"/>
                  </a:lnTo>
                  <a:close/>
                  <a:moveTo>
                    <a:pt x="31451" y="10499"/>
                  </a:moveTo>
                  <a:lnTo>
                    <a:pt x="31391" y="10394"/>
                  </a:lnTo>
                  <a:lnTo>
                    <a:pt x="32477" y="9896"/>
                  </a:lnTo>
                  <a:lnTo>
                    <a:pt x="32537" y="10016"/>
                  </a:lnTo>
                  <a:close/>
                  <a:moveTo>
                    <a:pt x="2595" y="10454"/>
                  </a:moveTo>
                  <a:lnTo>
                    <a:pt x="1509" y="9956"/>
                  </a:lnTo>
                  <a:lnTo>
                    <a:pt x="1570" y="9835"/>
                  </a:lnTo>
                  <a:lnTo>
                    <a:pt x="2656" y="10333"/>
                  </a:lnTo>
                  <a:close/>
                  <a:moveTo>
                    <a:pt x="31315" y="10213"/>
                  </a:moveTo>
                  <a:lnTo>
                    <a:pt x="31255" y="10092"/>
                  </a:lnTo>
                  <a:lnTo>
                    <a:pt x="32341" y="9564"/>
                  </a:lnTo>
                  <a:lnTo>
                    <a:pt x="32401" y="9700"/>
                  </a:lnTo>
                  <a:close/>
                  <a:moveTo>
                    <a:pt x="2731" y="10152"/>
                  </a:moveTo>
                  <a:lnTo>
                    <a:pt x="1660" y="9639"/>
                  </a:lnTo>
                  <a:lnTo>
                    <a:pt x="1720" y="9519"/>
                  </a:lnTo>
                  <a:lnTo>
                    <a:pt x="2791" y="10032"/>
                  </a:lnTo>
                  <a:close/>
                  <a:moveTo>
                    <a:pt x="31164" y="9911"/>
                  </a:moveTo>
                  <a:lnTo>
                    <a:pt x="31119" y="9805"/>
                  </a:lnTo>
                  <a:lnTo>
                    <a:pt x="32175" y="9262"/>
                  </a:lnTo>
                  <a:lnTo>
                    <a:pt x="32235" y="9383"/>
                  </a:lnTo>
                  <a:close/>
                  <a:moveTo>
                    <a:pt x="2882" y="9866"/>
                  </a:moveTo>
                  <a:lnTo>
                    <a:pt x="1826" y="9323"/>
                  </a:lnTo>
                  <a:cubicBezTo>
                    <a:pt x="1841" y="9277"/>
                    <a:pt x="1856" y="9247"/>
                    <a:pt x="1886" y="9202"/>
                  </a:cubicBezTo>
                  <a:lnTo>
                    <a:pt x="2942" y="9745"/>
                  </a:lnTo>
                  <a:close/>
                  <a:moveTo>
                    <a:pt x="31029" y="9624"/>
                  </a:moveTo>
                  <a:lnTo>
                    <a:pt x="30968" y="9519"/>
                  </a:lnTo>
                  <a:lnTo>
                    <a:pt x="32024" y="8945"/>
                  </a:lnTo>
                  <a:lnTo>
                    <a:pt x="32084" y="9066"/>
                  </a:lnTo>
                  <a:close/>
                  <a:moveTo>
                    <a:pt x="3033" y="9564"/>
                  </a:moveTo>
                  <a:lnTo>
                    <a:pt x="1977" y="9006"/>
                  </a:lnTo>
                  <a:cubicBezTo>
                    <a:pt x="2007" y="8961"/>
                    <a:pt x="2022" y="8915"/>
                    <a:pt x="2052" y="8885"/>
                  </a:cubicBezTo>
                  <a:lnTo>
                    <a:pt x="3093" y="9443"/>
                  </a:lnTo>
                  <a:close/>
                  <a:moveTo>
                    <a:pt x="30878" y="9338"/>
                  </a:moveTo>
                  <a:lnTo>
                    <a:pt x="30817" y="9232"/>
                  </a:lnTo>
                  <a:lnTo>
                    <a:pt x="31843" y="8644"/>
                  </a:lnTo>
                  <a:lnTo>
                    <a:pt x="31903" y="8764"/>
                  </a:lnTo>
                  <a:close/>
                  <a:moveTo>
                    <a:pt x="3184" y="9277"/>
                  </a:moveTo>
                  <a:lnTo>
                    <a:pt x="2143" y="8719"/>
                  </a:lnTo>
                  <a:lnTo>
                    <a:pt x="2203" y="8599"/>
                  </a:lnTo>
                  <a:lnTo>
                    <a:pt x="3244" y="9187"/>
                  </a:lnTo>
                  <a:close/>
                  <a:moveTo>
                    <a:pt x="30712" y="9051"/>
                  </a:moveTo>
                  <a:lnTo>
                    <a:pt x="30651" y="8945"/>
                  </a:lnTo>
                  <a:lnTo>
                    <a:pt x="31677" y="8342"/>
                  </a:lnTo>
                  <a:lnTo>
                    <a:pt x="31737" y="8448"/>
                  </a:lnTo>
                  <a:close/>
                  <a:moveTo>
                    <a:pt x="3349" y="9006"/>
                  </a:moveTo>
                  <a:lnTo>
                    <a:pt x="2309" y="8402"/>
                  </a:lnTo>
                  <a:lnTo>
                    <a:pt x="2384" y="8282"/>
                  </a:lnTo>
                  <a:lnTo>
                    <a:pt x="3410" y="8885"/>
                  </a:lnTo>
                  <a:close/>
                  <a:moveTo>
                    <a:pt x="30546" y="8780"/>
                  </a:moveTo>
                  <a:lnTo>
                    <a:pt x="30470" y="8674"/>
                  </a:lnTo>
                  <a:lnTo>
                    <a:pt x="31496" y="8040"/>
                  </a:lnTo>
                  <a:lnTo>
                    <a:pt x="31556" y="8161"/>
                  </a:lnTo>
                  <a:close/>
                  <a:moveTo>
                    <a:pt x="3515" y="8719"/>
                  </a:moveTo>
                  <a:lnTo>
                    <a:pt x="2490" y="8086"/>
                  </a:lnTo>
                  <a:lnTo>
                    <a:pt x="2565" y="7965"/>
                  </a:lnTo>
                  <a:lnTo>
                    <a:pt x="3576" y="8599"/>
                  </a:lnTo>
                  <a:close/>
                  <a:moveTo>
                    <a:pt x="30365" y="8493"/>
                  </a:moveTo>
                  <a:lnTo>
                    <a:pt x="30304" y="8387"/>
                  </a:lnTo>
                  <a:lnTo>
                    <a:pt x="31300" y="7739"/>
                  </a:lnTo>
                  <a:lnTo>
                    <a:pt x="31375" y="7859"/>
                  </a:lnTo>
                  <a:close/>
                  <a:moveTo>
                    <a:pt x="3681" y="8448"/>
                  </a:moveTo>
                  <a:lnTo>
                    <a:pt x="2686" y="7799"/>
                  </a:lnTo>
                  <a:lnTo>
                    <a:pt x="2761" y="7678"/>
                  </a:lnTo>
                  <a:lnTo>
                    <a:pt x="3757" y="8342"/>
                  </a:lnTo>
                  <a:close/>
                  <a:moveTo>
                    <a:pt x="30199" y="8221"/>
                  </a:moveTo>
                  <a:lnTo>
                    <a:pt x="30123" y="8116"/>
                  </a:lnTo>
                  <a:lnTo>
                    <a:pt x="31119" y="7452"/>
                  </a:lnTo>
                  <a:lnTo>
                    <a:pt x="31194" y="7573"/>
                  </a:lnTo>
                  <a:close/>
                  <a:moveTo>
                    <a:pt x="3862" y="8176"/>
                  </a:moveTo>
                  <a:lnTo>
                    <a:pt x="2882" y="7497"/>
                  </a:lnTo>
                  <a:lnTo>
                    <a:pt x="2957" y="7392"/>
                  </a:lnTo>
                  <a:lnTo>
                    <a:pt x="3938" y="8071"/>
                  </a:lnTo>
                  <a:close/>
                  <a:moveTo>
                    <a:pt x="30018" y="7965"/>
                  </a:moveTo>
                  <a:lnTo>
                    <a:pt x="29942" y="7859"/>
                  </a:lnTo>
                  <a:lnTo>
                    <a:pt x="30908" y="7166"/>
                  </a:lnTo>
                  <a:lnTo>
                    <a:pt x="30998" y="7271"/>
                  </a:lnTo>
                  <a:close/>
                  <a:moveTo>
                    <a:pt x="4058" y="7905"/>
                  </a:moveTo>
                  <a:lnTo>
                    <a:pt x="3078" y="7211"/>
                  </a:lnTo>
                  <a:lnTo>
                    <a:pt x="3153" y="7105"/>
                  </a:lnTo>
                  <a:lnTo>
                    <a:pt x="4134" y="7799"/>
                  </a:lnTo>
                  <a:cubicBezTo>
                    <a:pt x="4104" y="7829"/>
                    <a:pt x="4074" y="7859"/>
                    <a:pt x="4058" y="7905"/>
                  </a:cubicBezTo>
                  <a:close/>
                  <a:moveTo>
                    <a:pt x="29822" y="7694"/>
                  </a:moveTo>
                  <a:lnTo>
                    <a:pt x="29746" y="7588"/>
                  </a:lnTo>
                  <a:lnTo>
                    <a:pt x="30712" y="6879"/>
                  </a:lnTo>
                  <a:lnTo>
                    <a:pt x="30787" y="7000"/>
                  </a:lnTo>
                  <a:close/>
                  <a:moveTo>
                    <a:pt x="4239" y="7633"/>
                  </a:moveTo>
                  <a:lnTo>
                    <a:pt x="3274" y="6924"/>
                  </a:lnTo>
                  <a:lnTo>
                    <a:pt x="3365" y="6819"/>
                  </a:lnTo>
                  <a:lnTo>
                    <a:pt x="4315" y="7528"/>
                  </a:lnTo>
                  <a:close/>
                  <a:moveTo>
                    <a:pt x="29626" y="7437"/>
                  </a:moveTo>
                  <a:lnTo>
                    <a:pt x="29550" y="7332"/>
                  </a:lnTo>
                  <a:lnTo>
                    <a:pt x="30485" y="6607"/>
                  </a:lnTo>
                  <a:lnTo>
                    <a:pt x="30576" y="6713"/>
                  </a:lnTo>
                  <a:close/>
                  <a:moveTo>
                    <a:pt x="4436" y="7377"/>
                  </a:moveTo>
                  <a:lnTo>
                    <a:pt x="3500" y="6653"/>
                  </a:lnTo>
                  <a:lnTo>
                    <a:pt x="3576" y="6547"/>
                  </a:lnTo>
                  <a:lnTo>
                    <a:pt x="4526" y="7271"/>
                  </a:lnTo>
                  <a:close/>
                  <a:moveTo>
                    <a:pt x="29430" y="7181"/>
                  </a:moveTo>
                  <a:lnTo>
                    <a:pt x="29354" y="7075"/>
                  </a:lnTo>
                  <a:lnTo>
                    <a:pt x="30289" y="6321"/>
                  </a:lnTo>
                  <a:lnTo>
                    <a:pt x="30380" y="6426"/>
                  </a:lnTo>
                  <a:close/>
                  <a:moveTo>
                    <a:pt x="4632" y="7120"/>
                  </a:moveTo>
                  <a:lnTo>
                    <a:pt x="3696" y="6366"/>
                  </a:lnTo>
                  <a:lnTo>
                    <a:pt x="3787" y="6261"/>
                  </a:lnTo>
                  <a:lnTo>
                    <a:pt x="4707" y="7015"/>
                  </a:lnTo>
                  <a:close/>
                  <a:moveTo>
                    <a:pt x="29218" y="6924"/>
                  </a:moveTo>
                  <a:lnTo>
                    <a:pt x="29143" y="6834"/>
                  </a:lnTo>
                  <a:lnTo>
                    <a:pt x="30063" y="6064"/>
                  </a:lnTo>
                  <a:lnTo>
                    <a:pt x="30154" y="6170"/>
                  </a:lnTo>
                  <a:close/>
                  <a:moveTo>
                    <a:pt x="4843" y="6864"/>
                  </a:moveTo>
                  <a:lnTo>
                    <a:pt x="3923" y="6110"/>
                  </a:lnTo>
                  <a:lnTo>
                    <a:pt x="4013" y="6004"/>
                  </a:lnTo>
                  <a:lnTo>
                    <a:pt x="4918" y="6773"/>
                  </a:lnTo>
                  <a:close/>
                  <a:moveTo>
                    <a:pt x="29022" y="6683"/>
                  </a:moveTo>
                  <a:lnTo>
                    <a:pt x="28932" y="6577"/>
                  </a:lnTo>
                  <a:lnTo>
                    <a:pt x="29837" y="5793"/>
                  </a:lnTo>
                  <a:lnTo>
                    <a:pt x="29927" y="5899"/>
                  </a:lnTo>
                  <a:close/>
                  <a:moveTo>
                    <a:pt x="5054" y="6623"/>
                  </a:moveTo>
                  <a:lnTo>
                    <a:pt x="4149" y="5838"/>
                  </a:lnTo>
                  <a:lnTo>
                    <a:pt x="4239" y="5733"/>
                  </a:lnTo>
                  <a:lnTo>
                    <a:pt x="5144" y="6517"/>
                  </a:lnTo>
                  <a:close/>
                  <a:moveTo>
                    <a:pt x="28796" y="6426"/>
                  </a:moveTo>
                  <a:lnTo>
                    <a:pt x="28721" y="6336"/>
                  </a:lnTo>
                  <a:lnTo>
                    <a:pt x="29596" y="5537"/>
                  </a:lnTo>
                  <a:lnTo>
                    <a:pt x="29686" y="5627"/>
                  </a:lnTo>
                  <a:close/>
                  <a:moveTo>
                    <a:pt x="5265" y="6366"/>
                  </a:moveTo>
                  <a:lnTo>
                    <a:pt x="4390" y="5567"/>
                  </a:lnTo>
                  <a:lnTo>
                    <a:pt x="4481" y="5476"/>
                  </a:lnTo>
                  <a:lnTo>
                    <a:pt x="5356" y="6276"/>
                  </a:lnTo>
                  <a:close/>
                  <a:moveTo>
                    <a:pt x="28585" y="6185"/>
                  </a:moveTo>
                  <a:lnTo>
                    <a:pt x="28494" y="6095"/>
                  </a:lnTo>
                  <a:lnTo>
                    <a:pt x="29354" y="5265"/>
                  </a:lnTo>
                  <a:lnTo>
                    <a:pt x="29460" y="5371"/>
                  </a:lnTo>
                  <a:close/>
                  <a:moveTo>
                    <a:pt x="5491" y="6125"/>
                  </a:moveTo>
                  <a:lnTo>
                    <a:pt x="4617" y="5325"/>
                  </a:lnTo>
                  <a:cubicBezTo>
                    <a:pt x="4647" y="5280"/>
                    <a:pt x="4692" y="5250"/>
                    <a:pt x="4722" y="5220"/>
                  </a:cubicBezTo>
                  <a:lnTo>
                    <a:pt x="5582" y="6049"/>
                  </a:lnTo>
                  <a:close/>
                  <a:moveTo>
                    <a:pt x="28359" y="5944"/>
                  </a:moveTo>
                  <a:lnTo>
                    <a:pt x="28268" y="5853"/>
                  </a:lnTo>
                  <a:lnTo>
                    <a:pt x="29113" y="5009"/>
                  </a:lnTo>
                  <a:lnTo>
                    <a:pt x="29218" y="5114"/>
                  </a:lnTo>
                  <a:close/>
                  <a:moveTo>
                    <a:pt x="5718" y="5899"/>
                  </a:moveTo>
                  <a:lnTo>
                    <a:pt x="4858" y="5054"/>
                  </a:lnTo>
                  <a:cubicBezTo>
                    <a:pt x="4903" y="5024"/>
                    <a:pt x="4933" y="4993"/>
                    <a:pt x="4963" y="4963"/>
                  </a:cubicBezTo>
                  <a:lnTo>
                    <a:pt x="5808" y="5808"/>
                  </a:lnTo>
                  <a:close/>
                  <a:moveTo>
                    <a:pt x="28117" y="5718"/>
                  </a:moveTo>
                  <a:lnTo>
                    <a:pt x="28027" y="5627"/>
                  </a:lnTo>
                  <a:lnTo>
                    <a:pt x="28872" y="4767"/>
                  </a:lnTo>
                  <a:lnTo>
                    <a:pt x="28962" y="4873"/>
                  </a:lnTo>
                  <a:close/>
                  <a:moveTo>
                    <a:pt x="5944" y="5672"/>
                  </a:moveTo>
                  <a:lnTo>
                    <a:pt x="5114" y="4812"/>
                  </a:lnTo>
                  <a:lnTo>
                    <a:pt x="5205" y="4722"/>
                  </a:lnTo>
                  <a:lnTo>
                    <a:pt x="6034" y="5582"/>
                  </a:lnTo>
                  <a:close/>
                  <a:moveTo>
                    <a:pt x="27891" y="5491"/>
                  </a:moveTo>
                  <a:lnTo>
                    <a:pt x="27785" y="5401"/>
                  </a:lnTo>
                  <a:lnTo>
                    <a:pt x="28615" y="4526"/>
                  </a:lnTo>
                  <a:lnTo>
                    <a:pt x="28706" y="4631"/>
                  </a:lnTo>
                  <a:close/>
                  <a:moveTo>
                    <a:pt x="6185" y="5446"/>
                  </a:moveTo>
                  <a:lnTo>
                    <a:pt x="5371" y="4571"/>
                  </a:lnTo>
                  <a:lnTo>
                    <a:pt x="5461" y="4466"/>
                  </a:lnTo>
                  <a:lnTo>
                    <a:pt x="6276" y="5356"/>
                  </a:lnTo>
                  <a:close/>
                  <a:moveTo>
                    <a:pt x="27650" y="5265"/>
                  </a:moveTo>
                  <a:lnTo>
                    <a:pt x="27559" y="5190"/>
                  </a:lnTo>
                  <a:lnTo>
                    <a:pt x="28359" y="4300"/>
                  </a:lnTo>
                  <a:lnTo>
                    <a:pt x="28449" y="4390"/>
                  </a:lnTo>
                  <a:close/>
                  <a:moveTo>
                    <a:pt x="6427" y="5220"/>
                  </a:moveTo>
                  <a:lnTo>
                    <a:pt x="5627" y="4330"/>
                  </a:lnTo>
                  <a:lnTo>
                    <a:pt x="5733" y="4239"/>
                  </a:lnTo>
                  <a:lnTo>
                    <a:pt x="6517" y="5129"/>
                  </a:lnTo>
                  <a:close/>
                  <a:moveTo>
                    <a:pt x="27408" y="5054"/>
                  </a:moveTo>
                  <a:lnTo>
                    <a:pt x="27318" y="4963"/>
                  </a:lnTo>
                  <a:lnTo>
                    <a:pt x="28087" y="4058"/>
                  </a:lnTo>
                  <a:lnTo>
                    <a:pt x="28193" y="4149"/>
                  </a:lnTo>
                  <a:close/>
                  <a:moveTo>
                    <a:pt x="6668" y="5009"/>
                  </a:moveTo>
                  <a:lnTo>
                    <a:pt x="5884" y="4104"/>
                  </a:lnTo>
                  <a:lnTo>
                    <a:pt x="5989" y="4013"/>
                  </a:lnTo>
                  <a:lnTo>
                    <a:pt x="6774" y="4918"/>
                  </a:lnTo>
                  <a:close/>
                  <a:moveTo>
                    <a:pt x="27167" y="4843"/>
                  </a:moveTo>
                  <a:lnTo>
                    <a:pt x="27061" y="4767"/>
                  </a:lnTo>
                  <a:lnTo>
                    <a:pt x="27816" y="3832"/>
                  </a:lnTo>
                  <a:lnTo>
                    <a:pt x="27921" y="3923"/>
                  </a:lnTo>
                  <a:close/>
                  <a:moveTo>
                    <a:pt x="6924" y="4797"/>
                  </a:moveTo>
                  <a:lnTo>
                    <a:pt x="6170" y="3877"/>
                  </a:lnTo>
                  <a:lnTo>
                    <a:pt x="6276" y="3787"/>
                  </a:lnTo>
                  <a:lnTo>
                    <a:pt x="7030" y="4707"/>
                  </a:lnTo>
                  <a:close/>
                  <a:moveTo>
                    <a:pt x="26911" y="4631"/>
                  </a:moveTo>
                  <a:lnTo>
                    <a:pt x="26805" y="4556"/>
                  </a:lnTo>
                  <a:lnTo>
                    <a:pt x="27544" y="3606"/>
                  </a:lnTo>
                  <a:lnTo>
                    <a:pt x="27650" y="3696"/>
                  </a:lnTo>
                  <a:close/>
                  <a:moveTo>
                    <a:pt x="7166" y="4586"/>
                  </a:moveTo>
                  <a:lnTo>
                    <a:pt x="6427" y="3651"/>
                  </a:lnTo>
                  <a:lnTo>
                    <a:pt x="6532" y="3561"/>
                  </a:lnTo>
                  <a:lnTo>
                    <a:pt x="7271" y="4496"/>
                  </a:lnTo>
                  <a:close/>
                  <a:moveTo>
                    <a:pt x="26654" y="4435"/>
                  </a:moveTo>
                  <a:lnTo>
                    <a:pt x="26549" y="4360"/>
                  </a:lnTo>
                  <a:lnTo>
                    <a:pt x="27273" y="3410"/>
                  </a:lnTo>
                  <a:lnTo>
                    <a:pt x="27378" y="3500"/>
                  </a:lnTo>
                  <a:close/>
                  <a:moveTo>
                    <a:pt x="7422" y="4390"/>
                  </a:moveTo>
                  <a:lnTo>
                    <a:pt x="6683" y="3440"/>
                  </a:lnTo>
                  <a:lnTo>
                    <a:pt x="6804" y="3364"/>
                  </a:lnTo>
                  <a:lnTo>
                    <a:pt x="7528" y="4315"/>
                  </a:lnTo>
                  <a:close/>
                  <a:moveTo>
                    <a:pt x="26383" y="4239"/>
                  </a:moveTo>
                  <a:lnTo>
                    <a:pt x="26277" y="4164"/>
                  </a:lnTo>
                  <a:lnTo>
                    <a:pt x="26971" y="3199"/>
                  </a:lnTo>
                  <a:lnTo>
                    <a:pt x="27092" y="3274"/>
                  </a:lnTo>
                  <a:close/>
                  <a:moveTo>
                    <a:pt x="7694" y="4194"/>
                  </a:moveTo>
                  <a:lnTo>
                    <a:pt x="6985" y="3229"/>
                  </a:lnTo>
                  <a:lnTo>
                    <a:pt x="7090" y="3138"/>
                  </a:lnTo>
                  <a:lnTo>
                    <a:pt x="7784" y="4119"/>
                  </a:lnTo>
                  <a:close/>
                  <a:moveTo>
                    <a:pt x="26126" y="4043"/>
                  </a:moveTo>
                  <a:lnTo>
                    <a:pt x="26021" y="3968"/>
                  </a:lnTo>
                  <a:lnTo>
                    <a:pt x="26699" y="2987"/>
                  </a:lnTo>
                  <a:lnTo>
                    <a:pt x="26820" y="3063"/>
                  </a:lnTo>
                  <a:close/>
                  <a:moveTo>
                    <a:pt x="7950" y="3998"/>
                  </a:moveTo>
                  <a:lnTo>
                    <a:pt x="7271" y="3017"/>
                  </a:lnTo>
                  <a:lnTo>
                    <a:pt x="7377" y="2942"/>
                  </a:lnTo>
                  <a:lnTo>
                    <a:pt x="8056" y="3923"/>
                  </a:lnTo>
                  <a:close/>
                  <a:moveTo>
                    <a:pt x="25870" y="3847"/>
                  </a:moveTo>
                  <a:lnTo>
                    <a:pt x="25764" y="3787"/>
                  </a:lnTo>
                  <a:lnTo>
                    <a:pt x="26413" y="2791"/>
                  </a:lnTo>
                  <a:lnTo>
                    <a:pt x="26534" y="2867"/>
                  </a:lnTo>
                  <a:close/>
                  <a:moveTo>
                    <a:pt x="8222" y="3817"/>
                  </a:moveTo>
                  <a:lnTo>
                    <a:pt x="7558" y="2821"/>
                  </a:lnTo>
                  <a:lnTo>
                    <a:pt x="7679" y="2746"/>
                  </a:lnTo>
                  <a:lnTo>
                    <a:pt x="8327" y="3742"/>
                  </a:lnTo>
                  <a:close/>
                  <a:moveTo>
                    <a:pt x="25598" y="3666"/>
                  </a:moveTo>
                  <a:lnTo>
                    <a:pt x="25493" y="3606"/>
                  </a:lnTo>
                  <a:lnTo>
                    <a:pt x="26126" y="2595"/>
                  </a:lnTo>
                  <a:lnTo>
                    <a:pt x="26247" y="2671"/>
                  </a:lnTo>
                  <a:close/>
                  <a:moveTo>
                    <a:pt x="8493" y="3636"/>
                  </a:moveTo>
                  <a:lnTo>
                    <a:pt x="7860" y="2625"/>
                  </a:lnTo>
                  <a:lnTo>
                    <a:pt x="7965" y="2550"/>
                  </a:lnTo>
                  <a:lnTo>
                    <a:pt x="8614" y="3561"/>
                  </a:lnTo>
                  <a:close/>
                  <a:moveTo>
                    <a:pt x="25312" y="3500"/>
                  </a:moveTo>
                  <a:lnTo>
                    <a:pt x="25206" y="3440"/>
                  </a:lnTo>
                  <a:lnTo>
                    <a:pt x="25825" y="2414"/>
                  </a:lnTo>
                  <a:lnTo>
                    <a:pt x="25945" y="2474"/>
                  </a:lnTo>
                  <a:close/>
                  <a:moveTo>
                    <a:pt x="8780" y="3470"/>
                  </a:moveTo>
                  <a:lnTo>
                    <a:pt x="8146" y="2444"/>
                  </a:lnTo>
                  <a:lnTo>
                    <a:pt x="8267" y="2369"/>
                  </a:lnTo>
                  <a:lnTo>
                    <a:pt x="8885" y="3395"/>
                  </a:lnTo>
                  <a:close/>
                  <a:moveTo>
                    <a:pt x="25040" y="3334"/>
                  </a:moveTo>
                  <a:lnTo>
                    <a:pt x="24920" y="3259"/>
                  </a:lnTo>
                  <a:lnTo>
                    <a:pt x="25523" y="2233"/>
                  </a:lnTo>
                  <a:lnTo>
                    <a:pt x="25644" y="2293"/>
                  </a:lnTo>
                  <a:close/>
                  <a:moveTo>
                    <a:pt x="9051" y="3304"/>
                  </a:moveTo>
                  <a:lnTo>
                    <a:pt x="8448" y="2278"/>
                  </a:lnTo>
                  <a:lnTo>
                    <a:pt x="8569" y="2203"/>
                  </a:lnTo>
                  <a:lnTo>
                    <a:pt x="9157" y="3244"/>
                  </a:lnTo>
                  <a:close/>
                  <a:moveTo>
                    <a:pt x="24754" y="3168"/>
                  </a:moveTo>
                  <a:lnTo>
                    <a:pt x="24633" y="3108"/>
                  </a:lnTo>
                  <a:lnTo>
                    <a:pt x="25206" y="2067"/>
                  </a:lnTo>
                  <a:lnTo>
                    <a:pt x="25342" y="2128"/>
                  </a:lnTo>
                  <a:close/>
                  <a:moveTo>
                    <a:pt x="9323" y="3138"/>
                  </a:moveTo>
                  <a:lnTo>
                    <a:pt x="8750" y="2097"/>
                  </a:lnTo>
                  <a:lnTo>
                    <a:pt x="8870" y="2037"/>
                  </a:lnTo>
                  <a:lnTo>
                    <a:pt x="9428" y="3078"/>
                  </a:lnTo>
                  <a:close/>
                  <a:moveTo>
                    <a:pt x="24467" y="3017"/>
                  </a:moveTo>
                  <a:lnTo>
                    <a:pt x="24346" y="2957"/>
                  </a:lnTo>
                  <a:lnTo>
                    <a:pt x="24904" y="1901"/>
                  </a:lnTo>
                  <a:lnTo>
                    <a:pt x="25025" y="1962"/>
                  </a:lnTo>
                  <a:close/>
                  <a:moveTo>
                    <a:pt x="9609" y="2987"/>
                  </a:moveTo>
                  <a:lnTo>
                    <a:pt x="9051" y="1931"/>
                  </a:lnTo>
                  <a:lnTo>
                    <a:pt x="9172" y="1871"/>
                  </a:lnTo>
                  <a:lnTo>
                    <a:pt x="9730" y="2927"/>
                  </a:lnTo>
                  <a:close/>
                  <a:moveTo>
                    <a:pt x="24165" y="2867"/>
                  </a:moveTo>
                  <a:lnTo>
                    <a:pt x="24060" y="2806"/>
                  </a:lnTo>
                  <a:lnTo>
                    <a:pt x="24588" y="1735"/>
                  </a:lnTo>
                  <a:lnTo>
                    <a:pt x="24708" y="1796"/>
                  </a:lnTo>
                  <a:close/>
                  <a:moveTo>
                    <a:pt x="9911" y="2836"/>
                  </a:moveTo>
                  <a:lnTo>
                    <a:pt x="9368" y="1766"/>
                  </a:lnTo>
                  <a:lnTo>
                    <a:pt x="9489" y="1705"/>
                  </a:lnTo>
                  <a:lnTo>
                    <a:pt x="10017" y="2776"/>
                  </a:lnTo>
                  <a:close/>
                  <a:moveTo>
                    <a:pt x="23879" y="2716"/>
                  </a:moveTo>
                  <a:lnTo>
                    <a:pt x="23758" y="2671"/>
                  </a:lnTo>
                  <a:lnTo>
                    <a:pt x="24271" y="1585"/>
                  </a:lnTo>
                  <a:lnTo>
                    <a:pt x="24407" y="1645"/>
                  </a:lnTo>
                  <a:close/>
                  <a:moveTo>
                    <a:pt x="10198" y="2701"/>
                  </a:moveTo>
                  <a:lnTo>
                    <a:pt x="9685" y="1615"/>
                  </a:lnTo>
                  <a:lnTo>
                    <a:pt x="9805" y="1554"/>
                  </a:lnTo>
                  <a:lnTo>
                    <a:pt x="10318" y="2640"/>
                  </a:lnTo>
                  <a:close/>
                  <a:moveTo>
                    <a:pt x="23577" y="2580"/>
                  </a:moveTo>
                  <a:lnTo>
                    <a:pt x="23471" y="2535"/>
                  </a:lnTo>
                  <a:lnTo>
                    <a:pt x="23954" y="1434"/>
                  </a:lnTo>
                  <a:lnTo>
                    <a:pt x="24090" y="1494"/>
                  </a:lnTo>
                  <a:close/>
                  <a:moveTo>
                    <a:pt x="10484" y="2565"/>
                  </a:moveTo>
                  <a:lnTo>
                    <a:pt x="10002" y="1464"/>
                  </a:lnTo>
                  <a:lnTo>
                    <a:pt x="10122" y="1419"/>
                  </a:lnTo>
                  <a:lnTo>
                    <a:pt x="10605" y="2505"/>
                  </a:lnTo>
                  <a:close/>
                  <a:moveTo>
                    <a:pt x="23290" y="2444"/>
                  </a:moveTo>
                  <a:lnTo>
                    <a:pt x="23170" y="2399"/>
                  </a:lnTo>
                  <a:lnTo>
                    <a:pt x="23637" y="1298"/>
                  </a:lnTo>
                  <a:lnTo>
                    <a:pt x="23758" y="1358"/>
                  </a:lnTo>
                  <a:close/>
                  <a:moveTo>
                    <a:pt x="10786" y="2429"/>
                  </a:moveTo>
                  <a:lnTo>
                    <a:pt x="10318" y="1328"/>
                  </a:lnTo>
                  <a:lnTo>
                    <a:pt x="10454" y="1268"/>
                  </a:lnTo>
                  <a:lnTo>
                    <a:pt x="10907" y="2384"/>
                  </a:lnTo>
                  <a:close/>
                  <a:moveTo>
                    <a:pt x="22989" y="2324"/>
                  </a:moveTo>
                  <a:lnTo>
                    <a:pt x="22868" y="2278"/>
                  </a:lnTo>
                  <a:lnTo>
                    <a:pt x="23306" y="1177"/>
                  </a:lnTo>
                  <a:lnTo>
                    <a:pt x="23441" y="1223"/>
                  </a:lnTo>
                  <a:close/>
                  <a:moveTo>
                    <a:pt x="11088" y="2309"/>
                  </a:moveTo>
                  <a:lnTo>
                    <a:pt x="10635" y="1192"/>
                  </a:lnTo>
                  <a:lnTo>
                    <a:pt x="10771" y="1147"/>
                  </a:lnTo>
                  <a:lnTo>
                    <a:pt x="11208" y="2248"/>
                  </a:lnTo>
                  <a:close/>
                  <a:moveTo>
                    <a:pt x="22672" y="2203"/>
                  </a:moveTo>
                  <a:lnTo>
                    <a:pt x="22566" y="2158"/>
                  </a:lnTo>
                  <a:lnTo>
                    <a:pt x="22989" y="1042"/>
                  </a:lnTo>
                  <a:lnTo>
                    <a:pt x="23109" y="1087"/>
                  </a:lnTo>
                  <a:close/>
                  <a:moveTo>
                    <a:pt x="11389" y="2188"/>
                  </a:moveTo>
                  <a:lnTo>
                    <a:pt x="10967" y="1072"/>
                  </a:lnTo>
                  <a:lnTo>
                    <a:pt x="11088" y="1011"/>
                  </a:lnTo>
                  <a:lnTo>
                    <a:pt x="11510" y="2143"/>
                  </a:lnTo>
                  <a:close/>
                  <a:moveTo>
                    <a:pt x="22370" y="2082"/>
                  </a:moveTo>
                  <a:lnTo>
                    <a:pt x="22250" y="2037"/>
                  </a:lnTo>
                  <a:lnTo>
                    <a:pt x="22642" y="906"/>
                  </a:lnTo>
                  <a:lnTo>
                    <a:pt x="22778" y="951"/>
                  </a:lnTo>
                  <a:close/>
                  <a:moveTo>
                    <a:pt x="11691" y="2067"/>
                  </a:moveTo>
                  <a:lnTo>
                    <a:pt x="11299" y="951"/>
                  </a:lnTo>
                  <a:lnTo>
                    <a:pt x="11419" y="891"/>
                  </a:lnTo>
                  <a:lnTo>
                    <a:pt x="11812" y="2022"/>
                  </a:lnTo>
                  <a:close/>
                  <a:moveTo>
                    <a:pt x="22069" y="1977"/>
                  </a:moveTo>
                  <a:lnTo>
                    <a:pt x="21948" y="1931"/>
                  </a:lnTo>
                  <a:lnTo>
                    <a:pt x="22325" y="800"/>
                  </a:lnTo>
                  <a:lnTo>
                    <a:pt x="22446" y="845"/>
                  </a:lnTo>
                  <a:close/>
                  <a:moveTo>
                    <a:pt x="12008" y="1962"/>
                  </a:moveTo>
                  <a:lnTo>
                    <a:pt x="11631" y="830"/>
                  </a:lnTo>
                  <a:lnTo>
                    <a:pt x="11766" y="785"/>
                  </a:lnTo>
                  <a:lnTo>
                    <a:pt x="12143" y="1916"/>
                  </a:lnTo>
                  <a:close/>
                  <a:moveTo>
                    <a:pt x="21752" y="1871"/>
                  </a:moveTo>
                  <a:lnTo>
                    <a:pt x="21631" y="1841"/>
                  </a:lnTo>
                  <a:lnTo>
                    <a:pt x="21978" y="695"/>
                  </a:lnTo>
                  <a:lnTo>
                    <a:pt x="22114" y="740"/>
                  </a:lnTo>
                  <a:close/>
                  <a:moveTo>
                    <a:pt x="12324" y="1871"/>
                  </a:moveTo>
                  <a:lnTo>
                    <a:pt x="11962" y="725"/>
                  </a:lnTo>
                  <a:lnTo>
                    <a:pt x="12098" y="679"/>
                  </a:lnTo>
                  <a:lnTo>
                    <a:pt x="12445" y="1826"/>
                  </a:lnTo>
                  <a:close/>
                  <a:moveTo>
                    <a:pt x="21450" y="1781"/>
                  </a:moveTo>
                  <a:lnTo>
                    <a:pt x="21330" y="1750"/>
                  </a:lnTo>
                  <a:lnTo>
                    <a:pt x="21646" y="604"/>
                  </a:lnTo>
                  <a:lnTo>
                    <a:pt x="21782" y="634"/>
                  </a:lnTo>
                  <a:close/>
                  <a:moveTo>
                    <a:pt x="12641" y="1766"/>
                  </a:moveTo>
                  <a:lnTo>
                    <a:pt x="12309" y="619"/>
                  </a:lnTo>
                  <a:lnTo>
                    <a:pt x="12445" y="589"/>
                  </a:lnTo>
                  <a:lnTo>
                    <a:pt x="12762" y="1735"/>
                  </a:lnTo>
                  <a:close/>
                  <a:moveTo>
                    <a:pt x="21133" y="1690"/>
                  </a:moveTo>
                  <a:lnTo>
                    <a:pt x="21013" y="1660"/>
                  </a:lnTo>
                  <a:lnTo>
                    <a:pt x="21314" y="498"/>
                  </a:lnTo>
                  <a:lnTo>
                    <a:pt x="21450" y="544"/>
                  </a:lnTo>
                  <a:close/>
                  <a:moveTo>
                    <a:pt x="12958" y="1690"/>
                  </a:moveTo>
                  <a:lnTo>
                    <a:pt x="12641" y="529"/>
                  </a:lnTo>
                  <a:lnTo>
                    <a:pt x="12777" y="498"/>
                  </a:lnTo>
                  <a:lnTo>
                    <a:pt x="13079" y="1645"/>
                  </a:lnTo>
                  <a:close/>
                  <a:moveTo>
                    <a:pt x="20817" y="1615"/>
                  </a:moveTo>
                  <a:lnTo>
                    <a:pt x="20696" y="1585"/>
                  </a:lnTo>
                  <a:lnTo>
                    <a:pt x="20968" y="423"/>
                  </a:lnTo>
                  <a:lnTo>
                    <a:pt x="21103" y="453"/>
                  </a:lnTo>
                  <a:close/>
                  <a:moveTo>
                    <a:pt x="13260" y="1600"/>
                  </a:moveTo>
                  <a:lnTo>
                    <a:pt x="12988" y="438"/>
                  </a:lnTo>
                  <a:lnTo>
                    <a:pt x="13124" y="408"/>
                  </a:lnTo>
                  <a:lnTo>
                    <a:pt x="13395" y="1569"/>
                  </a:lnTo>
                  <a:close/>
                  <a:moveTo>
                    <a:pt x="20500" y="1554"/>
                  </a:moveTo>
                  <a:lnTo>
                    <a:pt x="20364" y="1524"/>
                  </a:lnTo>
                  <a:lnTo>
                    <a:pt x="20621" y="348"/>
                  </a:lnTo>
                  <a:lnTo>
                    <a:pt x="20756" y="378"/>
                  </a:lnTo>
                  <a:close/>
                  <a:moveTo>
                    <a:pt x="13576" y="1524"/>
                  </a:moveTo>
                  <a:lnTo>
                    <a:pt x="13320" y="363"/>
                  </a:lnTo>
                  <a:lnTo>
                    <a:pt x="13456" y="333"/>
                  </a:lnTo>
                  <a:lnTo>
                    <a:pt x="13697" y="1509"/>
                  </a:lnTo>
                  <a:close/>
                  <a:moveTo>
                    <a:pt x="20168" y="1464"/>
                  </a:moveTo>
                  <a:lnTo>
                    <a:pt x="20047" y="1449"/>
                  </a:lnTo>
                  <a:lnTo>
                    <a:pt x="20274" y="272"/>
                  </a:lnTo>
                  <a:lnTo>
                    <a:pt x="20409" y="302"/>
                  </a:lnTo>
                  <a:close/>
                  <a:moveTo>
                    <a:pt x="13893" y="1464"/>
                  </a:moveTo>
                  <a:lnTo>
                    <a:pt x="13652" y="287"/>
                  </a:lnTo>
                  <a:lnTo>
                    <a:pt x="13788" y="257"/>
                  </a:lnTo>
                  <a:lnTo>
                    <a:pt x="14014" y="1434"/>
                  </a:lnTo>
                  <a:close/>
                  <a:moveTo>
                    <a:pt x="19851" y="1404"/>
                  </a:moveTo>
                  <a:lnTo>
                    <a:pt x="19731" y="1388"/>
                  </a:lnTo>
                  <a:lnTo>
                    <a:pt x="19927" y="212"/>
                  </a:lnTo>
                  <a:lnTo>
                    <a:pt x="20062" y="227"/>
                  </a:lnTo>
                  <a:close/>
                  <a:moveTo>
                    <a:pt x="14210" y="1404"/>
                  </a:moveTo>
                  <a:lnTo>
                    <a:pt x="13999" y="227"/>
                  </a:lnTo>
                  <a:lnTo>
                    <a:pt x="14135" y="212"/>
                  </a:lnTo>
                  <a:lnTo>
                    <a:pt x="14346" y="1388"/>
                  </a:lnTo>
                  <a:close/>
                  <a:moveTo>
                    <a:pt x="19535" y="1358"/>
                  </a:moveTo>
                  <a:lnTo>
                    <a:pt x="19414" y="1343"/>
                  </a:lnTo>
                  <a:lnTo>
                    <a:pt x="19595" y="152"/>
                  </a:lnTo>
                  <a:lnTo>
                    <a:pt x="19731" y="182"/>
                  </a:lnTo>
                  <a:close/>
                  <a:moveTo>
                    <a:pt x="14527" y="1358"/>
                  </a:moveTo>
                  <a:lnTo>
                    <a:pt x="14346" y="182"/>
                  </a:lnTo>
                  <a:lnTo>
                    <a:pt x="14481" y="152"/>
                  </a:lnTo>
                  <a:lnTo>
                    <a:pt x="14662" y="1343"/>
                  </a:lnTo>
                  <a:close/>
                  <a:moveTo>
                    <a:pt x="19203" y="1313"/>
                  </a:moveTo>
                  <a:lnTo>
                    <a:pt x="19082" y="1298"/>
                  </a:lnTo>
                  <a:lnTo>
                    <a:pt x="19233" y="121"/>
                  </a:lnTo>
                  <a:lnTo>
                    <a:pt x="19369" y="136"/>
                  </a:lnTo>
                  <a:close/>
                  <a:moveTo>
                    <a:pt x="14859" y="1313"/>
                  </a:moveTo>
                  <a:lnTo>
                    <a:pt x="14693" y="136"/>
                  </a:lnTo>
                  <a:lnTo>
                    <a:pt x="14828" y="121"/>
                  </a:lnTo>
                  <a:lnTo>
                    <a:pt x="14979" y="1298"/>
                  </a:lnTo>
                  <a:close/>
                  <a:moveTo>
                    <a:pt x="18886" y="1283"/>
                  </a:moveTo>
                  <a:lnTo>
                    <a:pt x="18765" y="1268"/>
                  </a:lnTo>
                  <a:lnTo>
                    <a:pt x="18886" y="76"/>
                  </a:lnTo>
                  <a:lnTo>
                    <a:pt x="19022" y="91"/>
                  </a:lnTo>
                  <a:close/>
                  <a:moveTo>
                    <a:pt x="15175" y="1283"/>
                  </a:moveTo>
                  <a:lnTo>
                    <a:pt x="15040" y="91"/>
                  </a:lnTo>
                  <a:lnTo>
                    <a:pt x="15175" y="76"/>
                  </a:lnTo>
                  <a:lnTo>
                    <a:pt x="15311" y="1268"/>
                  </a:lnTo>
                  <a:close/>
                  <a:moveTo>
                    <a:pt x="18569" y="1253"/>
                  </a:moveTo>
                  <a:lnTo>
                    <a:pt x="18433" y="1238"/>
                  </a:lnTo>
                  <a:lnTo>
                    <a:pt x="18539" y="46"/>
                  </a:lnTo>
                  <a:lnTo>
                    <a:pt x="18675" y="61"/>
                  </a:lnTo>
                  <a:close/>
                  <a:moveTo>
                    <a:pt x="15507" y="1253"/>
                  </a:moveTo>
                  <a:lnTo>
                    <a:pt x="15386" y="46"/>
                  </a:lnTo>
                  <a:lnTo>
                    <a:pt x="15537" y="31"/>
                  </a:lnTo>
                  <a:lnTo>
                    <a:pt x="15628" y="1207"/>
                  </a:lnTo>
                  <a:close/>
                  <a:moveTo>
                    <a:pt x="18237" y="1223"/>
                  </a:moveTo>
                  <a:lnTo>
                    <a:pt x="18117" y="1223"/>
                  </a:lnTo>
                  <a:lnTo>
                    <a:pt x="18192" y="31"/>
                  </a:lnTo>
                  <a:lnTo>
                    <a:pt x="18328" y="46"/>
                  </a:lnTo>
                  <a:close/>
                  <a:moveTo>
                    <a:pt x="15824" y="1223"/>
                  </a:moveTo>
                  <a:lnTo>
                    <a:pt x="15748" y="31"/>
                  </a:lnTo>
                  <a:lnTo>
                    <a:pt x="15884" y="31"/>
                  </a:lnTo>
                  <a:lnTo>
                    <a:pt x="15960" y="1223"/>
                  </a:lnTo>
                  <a:close/>
                  <a:moveTo>
                    <a:pt x="17905" y="1207"/>
                  </a:moveTo>
                  <a:lnTo>
                    <a:pt x="17785" y="1207"/>
                  </a:lnTo>
                  <a:lnTo>
                    <a:pt x="17845" y="16"/>
                  </a:lnTo>
                  <a:lnTo>
                    <a:pt x="17981" y="16"/>
                  </a:lnTo>
                  <a:close/>
                  <a:moveTo>
                    <a:pt x="16156" y="1207"/>
                  </a:moveTo>
                  <a:lnTo>
                    <a:pt x="16095" y="16"/>
                  </a:lnTo>
                  <a:lnTo>
                    <a:pt x="16231" y="16"/>
                  </a:lnTo>
                  <a:lnTo>
                    <a:pt x="16276" y="1207"/>
                  </a:lnTo>
                  <a:close/>
                  <a:moveTo>
                    <a:pt x="17589" y="1192"/>
                  </a:moveTo>
                  <a:lnTo>
                    <a:pt x="17453" y="1192"/>
                  </a:lnTo>
                  <a:lnTo>
                    <a:pt x="17483" y="1"/>
                  </a:lnTo>
                  <a:lnTo>
                    <a:pt x="17634" y="1"/>
                  </a:lnTo>
                  <a:close/>
                  <a:moveTo>
                    <a:pt x="16473" y="1192"/>
                  </a:moveTo>
                  <a:lnTo>
                    <a:pt x="16442" y="1"/>
                  </a:lnTo>
                  <a:lnTo>
                    <a:pt x="16578" y="1"/>
                  </a:lnTo>
                  <a:lnTo>
                    <a:pt x="16608" y="1192"/>
                  </a:lnTo>
                  <a:close/>
                  <a:moveTo>
                    <a:pt x="17257" y="1192"/>
                  </a:moveTo>
                  <a:lnTo>
                    <a:pt x="17136" y="1192"/>
                  </a:lnTo>
                  <a:lnTo>
                    <a:pt x="17136" y="1"/>
                  </a:lnTo>
                  <a:lnTo>
                    <a:pt x="17272" y="1"/>
                  </a:lnTo>
                  <a:close/>
                  <a:moveTo>
                    <a:pt x="16804" y="1192"/>
                  </a:moveTo>
                  <a:lnTo>
                    <a:pt x="16789" y="1"/>
                  </a:lnTo>
                  <a:lnTo>
                    <a:pt x="16925" y="1"/>
                  </a:lnTo>
                  <a:lnTo>
                    <a:pt x="16925" y="1192"/>
                  </a:lnTo>
                  <a:close/>
                </a:path>
              </a:pathLst>
            </a:custGeom>
            <a:gradFill>
              <a:gsLst>
                <a:gs pos="0">
                  <a:schemeClr val="accent2"/>
                </a:gs>
                <a:gs pos="50000">
                  <a:schemeClr val="accent3"/>
                </a:gs>
                <a:gs pos="100000">
                  <a:schemeClr val="accent4"/>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9" u="none" cap="none" strike="noStrike">
                <a:solidFill>
                  <a:srgbClr val="000000"/>
                </a:solidFill>
                <a:latin typeface="Arial"/>
                <a:ea typeface="Arial"/>
                <a:cs typeface="Arial"/>
                <a:sym typeface="Arial"/>
              </a:endParaRPr>
            </a:p>
          </p:txBody>
        </p:sp>
        <p:sp>
          <p:nvSpPr>
            <p:cNvPr id="154" name="Google Shape;154;p15"/>
            <p:cNvSpPr/>
            <p:nvPr/>
          </p:nvSpPr>
          <p:spPr>
            <a:xfrm>
              <a:off x="-29831" y="532038"/>
              <a:ext cx="982721" cy="982721"/>
            </a:xfrm>
            <a:custGeom>
              <a:rect b="b" l="l" r="r" t="t"/>
              <a:pathLst>
                <a:path extrusionOk="0" h="19866" w="19866">
                  <a:moveTo>
                    <a:pt x="19866" y="19866"/>
                  </a:moveTo>
                  <a:cubicBezTo>
                    <a:pt x="8900" y="19851"/>
                    <a:pt x="15" y="10966"/>
                    <a:pt x="0" y="0"/>
                  </a:cubicBezTo>
                  <a:lnTo>
                    <a:pt x="1463" y="0"/>
                  </a:lnTo>
                  <a:cubicBezTo>
                    <a:pt x="1478" y="10152"/>
                    <a:pt x="9699" y="18387"/>
                    <a:pt x="19866" y="18403"/>
                  </a:cubicBezTo>
                  <a:close/>
                </a:path>
              </a:pathLst>
            </a:custGeom>
            <a:gradFill>
              <a:gsLst>
                <a:gs pos="0">
                  <a:schemeClr val="accent2"/>
                </a:gs>
                <a:gs pos="50000">
                  <a:schemeClr val="accent3"/>
                </a:gs>
                <a:gs pos="100000">
                  <a:schemeClr val="accent4"/>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9" u="none" cap="none" strike="noStrike">
                <a:solidFill>
                  <a:srgbClr val="000000"/>
                </a:solidFill>
                <a:latin typeface="Arial"/>
                <a:ea typeface="Arial"/>
                <a:cs typeface="Arial"/>
                <a:sym typeface="Arial"/>
              </a:endParaRPr>
            </a:p>
          </p:txBody>
        </p:sp>
        <p:sp>
          <p:nvSpPr>
            <p:cNvPr id="155" name="Google Shape;155;p15"/>
            <p:cNvSpPr/>
            <p:nvPr/>
          </p:nvSpPr>
          <p:spPr>
            <a:xfrm>
              <a:off x="952831" y="-450672"/>
              <a:ext cx="981979" cy="982771"/>
            </a:xfrm>
            <a:custGeom>
              <a:rect b="b" l="l" r="r" t="t"/>
              <a:pathLst>
                <a:path extrusionOk="0" h="19867" w="19851">
                  <a:moveTo>
                    <a:pt x="19851" y="19866"/>
                  </a:moveTo>
                  <a:lnTo>
                    <a:pt x="18388" y="19866"/>
                  </a:lnTo>
                  <a:cubicBezTo>
                    <a:pt x="18388" y="9715"/>
                    <a:pt x="10152" y="1479"/>
                    <a:pt x="1" y="1464"/>
                  </a:cubicBezTo>
                  <a:lnTo>
                    <a:pt x="1" y="1"/>
                  </a:lnTo>
                  <a:cubicBezTo>
                    <a:pt x="10951" y="16"/>
                    <a:pt x="19836" y="8900"/>
                    <a:pt x="19851" y="19866"/>
                  </a:cubicBezTo>
                  <a:close/>
                </a:path>
              </a:pathLst>
            </a:custGeom>
            <a:gradFill>
              <a:gsLst>
                <a:gs pos="0">
                  <a:schemeClr val="accent2"/>
                </a:gs>
                <a:gs pos="50000">
                  <a:schemeClr val="accent3"/>
                </a:gs>
                <a:gs pos="100000">
                  <a:schemeClr val="accent4"/>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9" u="none" cap="none" strike="noStrike">
                <a:solidFill>
                  <a:srgbClr val="000000"/>
                </a:solidFill>
                <a:latin typeface="Arial"/>
                <a:ea typeface="Arial"/>
                <a:cs typeface="Arial"/>
                <a:sym typeface="Arial"/>
              </a:endParaRPr>
            </a:p>
          </p:txBody>
        </p:sp>
        <p:sp>
          <p:nvSpPr>
            <p:cNvPr id="156" name="Google Shape;156;p15"/>
            <p:cNvSpPr/>
            <p:nvPr/>
          </p:nvSpPr>
          <p:spPr>
            <a:xfrm>
              <a:off x="347701" y="-67897"/>
              <a:ext cx="1204336" cy="1199142"/>
            </a:xfrm>
            <a:custGeom>
              <a:rect b="b" l="l" r="r" t="t"/>
              <a:pathLst>
                <a:path extrusionOk="0" h="24241" w="24346">
                  <a:moveTo>
                    <a:pt x="12234" y="24241"/>
                  </a:moveTo>
                  <a:cubicBezTo>
                    <a:pt x="10891" y="24241"/>
                    <a:pt x="9549" y="24014"/>
                    <a:pt x="8282" y="23577"/>
                  </a:cubicBezTo>
                  <a:lnTo>
                    <a:pt x="8674" y="22446"/>
                  </a:lnTo>
                  <a:cubicBezTo>
                    <a:pt x="9820" y="22838"/>
                    <a:pt x="11012" y="23034"/>
                    <a:pt x="12234" y="23034"/>
                  </a:cubicBezTo>
                  <a:cubicBezTo>
                    <a:pt x="12656" y="23034"/>
                    <a:pt x="13093" y="23019"/>
                    <a:pt x="13516" y="22958"/>
                  </a:cubicBezTo>
                  <a:lnTo>
                    <a:pt x="13651" y="24150"/>
                  </a:lnTo>
                  <a:cubicBezTo>
                    <a:pt x="13184" y="24210"/>
                    <a:pt x="12701" y="24225"/>
                    <a:pt x="12234" y="24241"/>
                  </a:cubicBezTo>
                  <a:close/>
                  <a:moveTo>
                    <a:pt x="14074" y="24090"/>
                  </a:moveTo>
                  <a:lnTo>
                    <a:pt x="13878" y="22913"/>
                  </a:lnTo>
                  <a:cubicBezTo>
                    <a:pt x="15507" y="22672"/>
                    <a:pt x="17060" y="22053"/>
                    <a:pt x="18403" y="21118"/>
                  </a:cubicBezTo>
                  <a:lnTo>
                    <a:pt x="19082" y="22099"/>
                  </a:lnTo>
                  <a:cubicBezTo>
                    <a:pt x="17588" y="23139"/>
                    <a:pt x="15869" y="23818"/>
                    <a:pt x="14074" y="24105"/>
                  </a:cubicBezTo>
                  <a:close/>
                  <a:moveTo>
                    <a:pt x="7889" y="23426"/>
                  </a:moveTo>
                  <a:cubicBezTo>
                    <a:pt x="6185" y="22777"/>
                    <a:pt x="4661" y="21737"/>
                    <a:pt x="3409" y="20409"/>
                  </a:cubicBezTo>
                  <a:lnTo>
                    <a:pt x="4269" y="19595"/>
                  </a:lnTo>
                  <a:cubicBezTo>
                    <a:pt x="5401" y="20786"/>
                    <a:pt x="6788" y="21722"/>
                    <a:pt x="8312" y="22310"/>
                  </a:cubicBezTo>
                  <a:close/>
                  <a:moveTo>
                    <a:pt x="19429" y="21857"/>
                  </a:moveTo>
                  <a:lnTo>
                    <a:pt x="18720" y="20892"/>
                  </a:lnTo>
                  <a:cubicBezTo>
                    <a:pt x="20047" y="19911"/>
                    <a:pt x="21118" y="18659"/>
                    <a:pt x="21887" y="17196"/>
                  </a:cubicBezTo>
                  <a:lnTo>
                    <a:pt x="22943" y="17770"/>
                  </a:lnTo>
                  <a:cubicBezTo>
                    <a:pt x="22098" y="19384"/>
                    <a:pt x="20892" y="20771"/>
                    <a:pt x="19429" y="21872"/>
                  </a:cubicBezTo>
                  <a:close/>
                  <a:moveTo>
                    <a:pt x="3123" y="20108"/>
                  </a:moveTo>
                  <a:cubicBezTo>
                    <a:pt x="1931" y="18750"/>
                    <a:pt x="1041" y="17121"/>
                    <a:pt x="559" y="15371"/>
                  </a:cubicBezTo>
                  <a:lnTo>
                    <a:pt x="1705" y="15054"/>
                  </a:lnTo>
                  <a:cubicBezTo>
                    <a:pt x="2142" y="16638"/>
                    <a:pt x="2942" y="18101"/>
                    <a:pt x="4028" y="19338"/>
                  </a:cubicBezTo>
                  <a:close/>
                  <a:moveTo>
                    <a:pt x="23139" y="17392"/>
                  </a:moveTo>
                  <a:lnTo>
                    <a:pt x="22068" y="16880"/>
                  </a:lnTo>
                  <a:cubicBezTo>
                    <a:pt x="22777" y="15401"/>
                    <a:pt x="23154" y="13772"/>
                    <a:pt x="23154" y="12128"/>
                  </a:cubicBezTo>
                  <a:lnTo>
                    <a:pt x="24346" y="12128"/>
                  </a:lnTo>
                  <a:cubicBezTo>
                    <a:pt x="24346" y="13953"/>
                    <a:pt x="23939" y="15748"/>
                    <a:pt x="23139" y="17392"/>
                  </a:cubicBezTo>
                  <a:close/>
                  <a:moveTo>
                    <a:pt x="453" y="14964"/>
                  </a:moveTo>
                  <a:cubicBezTo>
                    <a:pt x="31" y="13184"/>
                    <a:pt x="0" y="11344"/>
                    <a:pt x="393" y="9564"/>
                  </a:cubicBezTo>
                  <a:lnTo>
                    <a:pt x="1554" y="9820"/>
                  </a:lnTo>
                  <a:cubicBezTo>
                    <a:pt x="1207" y="11419"/>
                    <a:pt x="1222" y="13078"/>
                    <a:pt x="1614" y="14677"/>
                  </a:cubicBezTo>
                  <a:close/>
                  <a:moveTo>
                    <a:pt x="23139" y="11872"/>
                  </a:moveTo>
                  <a:cubicBezTo>
                    <a:pt x="23109" y="10228"/>
                    <a:pt x="22702" y="8614"/>
                    <a:pt x="21948" y="7166"/>
                  </a:cubicBezTo>
                  <a:lnTo>
                    <a:pt x="23019" y="6607"/>
                  </a:lnTo>
                  <a:cubicBezTo>
                    <a:pt x="23848" y="8236"/>
                    <a:pt x="24301" y="10031"/>
                    <a:pt x="24331" y="11857"/>
                  </a:cubicBezTo>
                  <a:close/>
                  <a:moveTo>
                    <a:pt x="1645" y="9443"/>
                  </a:moveTo>
                  <a:lnTo>
                    <a:pt x="483" y="9157"/>
                  </a:lnTo>
                  <a:cubicBezTo>
                    <a:pt x="921" y="7377"/>
                    <a:pt x="1765" y="5748"/>
                    <a:pt x="2942" y="4345"/>
                  </a:cubicBezTo>
                  <a:lnTo>
                    <a:pt x="3862" y="5114"/>
                  </a:lnTo>
                  <a:cubicBezTo>
                    <a:pt x="2806" y="6366"/>
                    <a:pt x="2052" y="7859"/>
                    <a:pt x="1645" y="9443"/>
                  </a:cubicBezTo>
                  <a:close/>
                  <a:moveTo>
                    <a:pt x="21782" y="6819"/>
                  </a:moveTo>
                  <a:cubicBezTo>
                    <a:pt x="20982" y="5386"/>
                    <a:pt x="19866" y="4149"/>
                    <a:pt x="18524" y="3198"/>
                  </a:cubicBezTo>
                  <a:lnTo>
                    <a:pt x="19217" y="2218"/>
                  </a:lnTo>
                  <a:cubicBezTo>
                    <a:pt x="20696" y="3274"/>
                    <a:pt x="21933" y="4647"/>
                    <a:pt x="22822" y="6245"/>
                  </a:cubicBezTo>
                  <a:close/>
                  <a:moveTo>
                    <a:pt x="4103" y="4828"/>
                  </a:moveTo>
                  <a:lnTo>
                    <a:pt x="3213" y="4028"/>
                  </a:lnTo>
                  <a:cubicBezTo>
                    <a:pt x="4435" y="2671"/>
                    <a:pt x="5959" y="1615"/>
                    <a:pt x="7648" y="921"/>
                  </a:cubicBezTo>
                  <a:lnTo>
                    <a:pt x="8101" y="2022"/>
                  </a:lnTo>
                  <a:cubicBezTo>
                    <a:pt x="6577" y="2640"/>
                    <a:pt x="5204" y="3606"/>
                    <a:pt x="4103" y="4828"/>
                  </a:cubicBezTo>
                  <a:close/>
                  <a:moveTo>
                    <a:pt x="18207" y="2987"/>
                  </a:moveTo>
                  <a:cubicBezTo>
                    <a:pt x="16834" y="2082"/>
                    <a:pt x="15265" y="1494"/>
                    <a:pt x="13636" y="1283"/>
                  </a:cubicBezTo>
                  <a:lnTo>
                    <a:pt x="13787" y="106"/>
                  </a:lnTo>
                  <a:cubicBezTo>
                    <a:pt x="15597" y="332"/>
                    <a:pt x="17332" y="981"/>
                    <a:pt x="18855" y="1992"/>
                  </a:cubicBezTo>
                  <a:close/>
                  <a:moveTo>
                    <a:pt x="8432" y="1886"/>
                  </a:moveTo>
                  <a:lnTo>
                    <a:pt x="8025" y="755"/>
                  </a:lnTo>
                  <a:cubicBezTo>
                    <a:pt x="9368" y="257"/>
                    <a:pt x="10785" y="1"/>
                    <a:pt x="12234" y="1"/>
                  </a:cubicBezTo>
                  <a:cubicBezTo>
                    <a:pt x="12611" y="1"/>
                    <a:pt x="13003" y="16"/>
                    <a:pt x="13380" y="61"/>
                  </a:cubicBezTo>
                  <a:lnTo>
                    <a:pt x="13259" y="1238"/>
                  </a:lnTo>
                  <a:cubicBezTo>
                    <a:pt x="12927" y="1207"/>
                    <a:pt x="12580" y="1192"/>
                    <a:pt x="12234" y="1192"/>
                  </a:cubicBezTo>
                  <a:cubicBezTo>
                    <a:pt x="10936" y="1192"/>
                    <a:pt x="9654" y="1434"/>
                    <a:pt x="8432" y="1886"/>
                  </a:cubicBezTo>
                  <a:close/>
                </a:path>
              </a:pathLst>
            </a:custGeom>
            <a:gradFill>
              <a:gsLst>
                <a:gs pos="0">
                  <a:schemeClr val="accent2"/>
                </a:gs>
                <a:gs pos="50000">
                  <a:schemeClr val="accent3"/>
                </a:gs>
                <a:gs pos="100000">
                  <a:schemeClr val="accent4"/>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9" u="none" cap="none" strike="noStrike">
                <a:solidFill>
                  <a:srgbClr val="000000"/>
                </a:solidFill>
                <a:latin typeface="Arial"/>
                <a:ea typeface="Arial"/>
                <a:cs typeface="Arial"/>
                <a:sym typeface="Arial"/>
              </a:endParaRPr>
            </a:p>
          </p:txBody>
        </p:sp>
        <p:sp>
          <p:nvSpPr>
            <p:cNvPr id="157" name="Google Shape;157;p15"/>
            <p:cNvSpPr/>
            <p:nvPr/>
          </p:nvSpPr>
          <p:spPr>
            <a:xfrm>
              <a:off x="214140" y="-152931"/>
              <a:ext cx="1455829" cy="1423724"/>
            </a:xfrm>
            <a:custGeom>
              <a:rect b="b" l="l" r="r" t="t"/>
              <a:pathLst>
                <a:path extrusionOk="0" h="28781" w="29430">
                  <a:moveTo>
                    <a:pt x="14934" y="407"/>
                  </a:moveTo>
                  <a:cubicBezTo>
                    <a:pt x="20364" y="407"/>
                    <a:pt x="25266" y="3681"/>
                    <a:pt x="27348" y="8704"/>
                  </a:cubicBezTo>
                  <a:cubicBezTo>
                    <a:pt x="29429" y="13726"/>
                    <a:pt x="28283" y="19504"/>
                    <a:pt x="24436" y="23350"/>
                  </a:cubicBezTo>
                  <a:cubicBezTo>
                    <a:pt x="20590" y="27196"/>
                    <a:pt x="14813" y="28343"/>
                    <a:pt x="9790" y="26261"/>
                  </a:cubicBezTo>
                  <a:cubicBezTo>
                    <a:pt x="4767" y="24180"/>
                    <a:pt x="1494" y="19277"/>
                    <a:pt x="1494" y="13847"/>
                  </a:cubicBezTo>
                  <a:cubicBezTo>
                    <a:pt x="1494" y="6426"/>
                    <a:pt x="7512" y="407"/>
                    <a:pt x="14934" y="407"/>
                  </a:cubicBezTo>
                  <a:close/>
                  <a:moveTo>
                    <a:pt x="14934" y="0"/>
                  </a:moveTo>
                  <a:cubicBezTo>
                    <a:pt x="9322" y="0"/>
                    <a:pt x="4284" y="3379"/>
                    <a:pt x="2142" y="8553"/>
                  </a:cubicBezTo>
                  <a:cubicBezTo>
                    <a:pt x="0" y="13726"/>
                    <a:pt x="1177" y="19670"/>
                    <a:pt x="5144" y="23637"/>
                  </a:cubicBezTo>
                  <a:cubicBezTo>
                    <a:pt x="9096" y="27589"/>
                    <a:pt x="15054" y="28780"/>
                    <a:pt x="20228" y="26638"/>
                  </a:cubicBezTo>
                  <a:cubicBezTo>
                    <a:pt x="25402" y="24496"/>
                    <a:pt x="28766" y="19443"/>
                    <a:pt x="28766" y="13847"/>
                  </a:cubicBezTo>
                  <a:cubicBezTo>
                    <a:pt x="28766" y="6200"/>
                    <a:pt x="22566" y="15"/>
                    <a:pt x="14934" y="0"/>
                  </a:cubicBezTo>
                  <a:close/>
                </a:path>
              </a:pathLst>
            </a:custGeom>
            <a:gradFill>
              <a:gsLst>
                <a:gs pos="0">
                  <a:schemeClr val="accent2"/>
                </a:gs>
                <a:gs pos="50000">
                  <a:schemeClr val="accent3"/>
                </a:gs>
                <a:gs pos="100000">
                  <a:schemeClr val="accent4"/>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9" u="none" cap="none" strike="noStrike">
                <a:solidFill>
                  <a:srgbClr val="000000"/>
                </a:solidFill>
                <a:latin typeface="Arial"/>
                <a:ea typeface="Arial"/>
                <a:cs typeface="Arial"/>
                <a:sym typeface="Arial"/>
              </a:endParaRPr>
            </a:p>
          </p:txBody>
        </p:sp>
        <p:sp>
          <p:nvSpPr>
            <p:cNvPr id="158" name="Google Shape;158;p15"/>
            <p:cNvSpPr/>
            <p:nvPr/>
          </p:nvSpPr>
          <p:spPr>
            <a:xfrm>
              <a:off x="396970" y="-208186"/>
              <a:ext cx="555916" cy="301504"/>
            </a:xfrm>
            <a:custGeom>
              <a:rect b="b" l="l" r="r" t="t"/>
              <a:pathLst>
                <a:path extrusionOk="0" h="6095" w="11238">
                  <a:moveTo>
                    <a:pt x="1131" y="6095"/>
                  </a:moveTo>
                  <a:lnTo>
                    <a:pt x="0" y="5099"/>
                  </a:lnTo>
                  <a:cubicBezTo>
                    <a:pt x="2836" y="1856"/>
                    <a:pt x="6924" y="1"/>
                    <a:pt x="11238" y="1"/>
                  </a:cubicBezTo>
                  <a:lnTo>
                    <a:pt x="11238" y="1509"/>
                  </a:lnTo>
                  <a:cubicBezTo>
                    <a:pt x="7361" y="1509"/>
                    <a:pt x="3680" y="3184"/>
                    <a:pt x="1131" y="6095"/>
                  </a:cubicBezTo>
                  <a:close/>
                </a:path>
              </a:pathLst>
            </a:custGeom>
            <a:gradFill>
              <a:gsLst>
                <a:gs pos="0">
                  <a:schemeClr val="accent2"/>
                </a:gs>
                <a:gs pos="50000">
                  <a:schemeClr val="accent3"/>
                </a:gs>
                <a:gs pos="100000">
                  <a:schemeClr val="accent4"/>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9" u="none" cap="none" strike="noStrike">
                <a:solidFill>
                  <a:srgbClr val="000000"/>
                </a:solidFill>
                <a:latin typeface="Arial"/>
                <a:ea typeface="Arial"/>
                <a:cs typeface="Arial"/>
                <a:sym typeface="Arial"/>
              </a:endParaRPr>
            </a:p>
          </p:txBody>
        </p:sp>
        <p:sp>
          <p:nvSpPr>
            <p:cNvPr id="159" name="Google Shape;159;p15"/>
            <p:cNvSpPr/>
            <p:nvPr/>
          </p:nvSpPr>
          <p:spPr>
            <a:xfrm>
              <a:off x="212656" y="532038"/>
              <a:ext cx="155229" cy="352951"/>
            </a:xfrm>
            <a:custGeom>
              <a:rect b="b" l="l" r="r" t="t"/>
              <a:pathLst>
                <a:path extrusionOk="0" h="7135" w="3138">
                  <a:moveTo>
                    <a:pt x="1810" y="7135"/>
                  </a:moveTo>
                  <a:cubicBezTo>
                    <a:pt x="619" y="4933"/>
                    <a:pt x="0" y="2489"/>
                    <a:pt x="0" y="0"/>
                  </a:cubicBezTo>
                  <a:lnTo>
                    <a:pt x="1509" y="0"/>
                  </a:lnTo>
                  <a:cubicBezTo>
                    <a:pt x="1509" y="2233"/>
                    <a:pt x="2067" y="4435"/>
                    <a:pt x="3138" y="6411"/>
                  </a:cubicBezTo>
                  <a:close/>
                </a:path>
              </a:pathLst>
            </a:custGeom>
            <a:gradFill>
              <a:gsLst>
                <a:gs pos="0">
                  <a:schemeClr val="accent2"/>
                </a:gs>
                <a:gs pos="50000">
                  <a:schemeClr val="accent3"/>
                </a:gs>
                <a:gs pos="100000">
                  <a:schemeClr val="accent4"/>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9" u="none" cap="none" strike="noStrike">
                <a:solidFill>
                  <a:srgbClr val="000000"/>
                </a:solidFill>
                <a:latin typeface="Arial"/>
                <a:ea typeface="Arial"/>
                <a:cs typeface="Arial"/>
                <a:sym typeface="Arial"/>
              </a:endParaRPr>
            </a:p>
          </p:txBody>
        </p:sp>
        <p:sp>
          <p:nvSpPr>
            <p:cNvPr id="160" name="Google Shape;160;p15"/>
            <p:cNvSpPr/>
            <p:nvPr/>
          </p:nvSpPr>
          <p:spPr>
            <a:xfrm>
              <a:off x="555858" y="1093883"/>
              <a:ext cx="397026" cy="178380"/>
            </a:xfrm>
            <a:custGeom>
              <a:rect b="b" l="l" r="r" t="t"/>
              <a:pathLst>
                <a:path extrusionOk="0" h="3606" w="8026">
                  <a:moveTo>
                    <a:pt x="8026" y="3605"/>
                  </a:moveTo>
                  <a:cubicBezTo>
                    <a:pt x="5175" y="3605"/>
                    <a:pt x="2399" y="2791"/>
                    <a:pt x="1" y="1267"/>
                  </a:cubicBezTo>
                  <a:lnTo>
                    <a:pt x="815" y="0"/>
                  </a:lnTo>
                  <a:cubicBezTo>
                    <a:pt x="2972" y="1358"/>
                    <a:pt x="5461" y="2082"/>
                    <a:pt x="8026" y="2082"/>
                  </a:cubicBezTo>
                  <a:close/>
                </a:path>
              </a:pathLst>
            </a:custGeom>
            <a:gradFill>
              <a:gsLst>
                <a:gs pos="0">
                  <a:schemeClr val="accent2"/>
                </a:gs>
                <a:gs pos="50000">
                  <a:schemeClr val="accent3"/>
                </a:gs>
                <a:gs pos="100000">
                  <a:schemeClr val="accent4"/>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9" u="none" cap="none" strike="noStrike">
                <a:solidFill>
                  <a:srgbClr val="000000"/>
                </a:solidFill>
                <a:latin typeface="Arial"/>
                <a:ea typeface="Arial"/>
                <a:cs typeface="Arial"/>
                <a:sym typeface="Arial"/>
              </a:endParaRPr>
            </a:p>
          </p:txBody>
        </p:sp>
        <p:sp>
          <p:nvSpPr>
            <p:cNvPr id="161" name="Google Shape;161;p15"/>
            <p:cNvSpPr/>
            <p:nvPr/>
          </p:nvSpPr>
          <p:spPr>
            <a:xfrm>
              <a:off x="1401249" y="532038"/>
              <a:ext cx="291067" cy="546220"/>
            </a:xfrm>
            <a:custGeom>
              <a:rect b="b" l="l" r="r" t="t"/>
              <a:pathLst>
                <a:path extrusionOk="0" h="11042" w="5884">
                  <a:moveTo>
                    <a:pt x="1027" y="11042"/>
                  </a:moveTo>
                  <a:lnTo>
                    <a:pt x="1" y="9925"/>
                  </a:lnTo>
                  <a:cubicBezTo>
                    <a:pt x="2792" y="7376"/>
                    <a:pt x="4375" y="3771"/>
                    <a:pt x="4375" y="0"/>
                  </a:cubicBezTo>
                  <a:lnTo>
                    <a:pt x="5884" y="0"/>
                  </a:lnTo>
                  <a:cubicBezTo>
                    <a:pt x="5884" y="4193"/>
                    <a:pt x="4119" y="8206"/>
                    <a:pt x="1027" y="11042"/>
                  </a:cubicBezTo>
                  <a:close/>
                </a:path>
              </a:pathLst>
            </a:custGeom>
            <a:gradFill>
              <a:gsLst>
                <a:gs pos="0">
                  <a:schemeClr val="accent2"/>
                </a:gs>
                <a:gs pos="50000">
                  <a:schemeClr val="accent3"/>
                </a:gs>
                <a:gs pos="100000">
                  <a:schemeClr val="accent4"/>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9" u="none" cap="none" strike="noStrike">
                <a:solidFill>
                  <a:srgbClr val="000000"/>
                </a:solidFill>
                <a:latin typeface="Arial"/>
                <a:ea typeface="Arial"/>
                <a:cs typeface="Arial"/>
                <a:sym typeface="Arial"/>
              </a:endParaRPr>
            </a:p>
          </p:txBody>
        </p:sp>
        <p:sp>
          <p:nvSpPr>
            <p:cNvPr id="162" name="Google Shape;162;p15"/>
            <p:cNvSpPr/>
            <p:nvPr/>
          </p:nvSpPr>
          <p:spPr>
            <a:xfrm>
              <a:off x="1284111" y="-109697"/>
              <a:ext cx="363438" cy="413449"/>
            </a:xfrm>
            <a:custGeom>
              <a:rect b="b" l="l" r="r" t="t"/>
              <a:pathLst>
                <a:path extrusionOk="0" h="8358" w="7347">
                  <a:moveTo>
                    <a:pt x="5929" y="8357"/>
                  </a:moveTo>
                  <a:cubicBezTo>
                    <a:pt x="4843" y="5386"/>
                    <a:pt x="2746" y="2882"/>
                    <a:pt x="1" y="1313"/>
                  </a:cubicBezTo>
                  <a:lnTo>
                    <a:pt x="755" y="1"/>
                  </a:lnTo>
                  <a:cubicBezTo>
                    <a:pt x="3802" y="1751"/>
                    <a:pt x="6140" y="4526"/>
                    <a:pt x="7347" y="7830"/>
                  </a:cubicBezTo>
                  <a:close/>
                </a:path>
              </a:pathLst>
            </a:custGeom>
            <a:gradFill>
              <a:gsLst>
                <a:gs pos="0">
                  <a:schemeClr val="accent2"/>
                </a:gs>
                <a:gs pos="50000">
                  <a:schemeClr val="accent3"/>
                </a:gs>
                <a:gs pos="100000">
                  <a:schemeClr val="accent4"/>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9" u="none" cap="none" strike="noStrike">
                <a:solidFill>
                  <a:srgbClr val="000000"/>
                </a:solidFill>
                <a:latin typeface="Arial"/>
                <a:ea typeface="Arial"/>
                <a:cs typeface="Arial"/>
                <a:sym typeface="Arial"/>
              </a:endParaRPr>
            </a:p>
          </p:txBody>
        </p:sp>
        <p:sp>
          <p:nvSpPr>
            <p:cNvPr id="163" name="Google Shape;163;p15"/>
            <p:cNvSpPr/>
            <p:nvPr/>
          </p:nvSpPr>
          <p:spPr>
            <a:xfrm>
              <a:off x="431251" y="20896"/>
              <a:ext cx="1043962" cy="999194"/>
            </a:xfrm>
            <a:custGeom>
              <a:rect b="b" l="l" r="r" t="t"/>
              <a:pathLst>
                <a:path extrusionOk="0" h="20199" w="21104">
                  <a:moveTo>
                    <a:pt x="10545" y="20047"/>
                  </a:moveTo>
                  <a:cubicBezTo>
                    <a:pt x="6336" y="20047"/>
                    <a:pt x="2610" y="17347"/>
                    <a:pt x="1298" y="13335"/>
                  </a:cubicBezTo>
                  <a:cubicBezTo>
                    <a:pt x="1" y="9338"/>
                    <a:pt x="1419" y="4948"/>
                    <a:pt x="4828" y="2474"/>
                  </a:cubicBezTo>
                  <a:cubicBezTo>
                    <a:pt x="8237" y="1"/>
                    <a:pt x="12837" y="1"/>
                    <a:pt x="16246" y="2474"/>
                  </a:cubicBezTo>
                  <a:cubicBezTo>
                    <a:pt x="19655" y="4948"/>
                    <a:pt x="21073" y="9338"/>
                    <a:pt x="19761" y="13350"/>
                  </a:cubicBezTo>
                  <a:lnTo>
                    <a:pt x="19761" y="13350"/>
                  </a:lnTo>
                  <a:cubicBezTo>
                    <a:pt x="18464" y="17332"/>
                    <a:pt x="14738" y="20032"/>
                    <a:pt x="10545" y="20047"/>
                  </a:cubicBezTo>
                  <a:close/>
                  <a:moveTo>
                    <a:pt x="10529" y="906"/>
                  </a:moveTo>
                  <a:cubicBezTo>
                    <a:pt x="6985" y="906"/>
                    <a:pt x="3742" y="2897"/>
                    <a:pt x="2128" y="6049"/>
                  </a:cubicBezTo>
                  <a:cubicBezTo>
                    <a:pt x="514" y="9217"/>
                    <a:pt x="815" y="13003"/>
                    <a:pt x="2897" y="15869"/>
                  </a:cubicBezTo>
                  <a:cubicBezTo>
                    <a:pt x="4979" y="18735"/>
                    <a:pt x="8493" y="20198"/>
                    <a:pt x="11993" y="19640"/>
                  </a:cubicBezTo>
                  <a:cubicBezTo>
                    <a:pt x="15492" y="19097"/>
                    <a:pt x="18388" y="16623"/>
                    <a:pt x="19489" y="13259"/>
                  </a:cubicBezTo>
                  <a:lnTo>
                    <a:pt x="19489" y="13259"/>
                  </a:lnTo>
                  <a:cubicBezTo>
                    <a:pt x="21103" y="8312"/>
                    <a:pt x="18403" y="2987"/>
                    <a:pt x="13456" y="1373"/>
                  </a:cubicBezTo>
                  <a:cubicBezTo>
                    <a:pt x="12521" y="1072"/>
                    <a:pt x="11525" y="906"/>
                    <a:pt x="10529" y="906"/>
                  </a:cubicBezTo>
                  <a:close/>
                </a:path>
              </a:pathLst>
            </a:custGeom>
            <a:gradFill>
              <a:gsLst>
                <a:gs pos="0">
                  <a:schemeClr val="accent2"/>
                </a:gs>
                <a:gs pos="50000">
                  <a:schemeClr val="accent3"/>
                </a:gs>
                <a:gs pos="100000">
                  <a:schemeClr val="accent4"/>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9" u="none" cap="none" strike="noStrike">
                <a:solidFill>
                  <a:srgbClr val="000000"/>
                </a:solidFill>
                <a:latin typeface="Arial"/>
                <a:ea typeface="Arial"/>
                <a:cs typeface="Arial"/>
                <a:sym typeface="Arial"/>
              </a:endParaRPr>
            </a:p>
          </p:txBody>
        </p:sp>
        <p:sp>
          <p:nvSpPr>
            <p:cNvPr id="164" name="Google Shape;164;p15"/>
            <p:cNvSpPr/>
            <p:nvPr/>
          </p:nvSpPr>
          <p:spPr>
            <a:xfrm>
              <a:off x="402906" y="-19370"/>
              <a:ext cx="702933" cy="1021553"/>
            </a:xfrm>
            <a:custGeom>
              <a:rect b="b" l="l" r="r" t="t"/>
              <a:pathLst>
                <a:path extrusionOk="0" h="20651" w="14210">
                  <a:moveTo>
                    <a:pt x="8010" y="20650"/>
                  </a:moveTo>
                  <a:cubicBezTo>
                    <a:pt x="2821" y="18900"/>
                    <a:pt x="1" y="13289"/>
                    <a:pt x="1705" y="8070"/>
                  </a:cubicBezTo>
                  <a:cubicBezTo>
                    <a:pt x="3410" y="2866"/>
                    <a:pt x="8991" y="0"/>
                    <a:pt x="14210" y="1644"/>
                  </a:cubicBezTo>
                  <a:lnTo>
                    <a:pt x="13953" y="2459"/>
                  </a:lnTo>
                  <a:cubicBezTo>
                    <a:pt x="9157" y="905"/>
                    <a:pt x="3998" y="3515"/>
                    <a:pt x="2429" y="8311"/>
                  </a:cubicBezTo>
                  <a:cubicBezTo>
                    <a:pt x="860" y="13108"/>
                    <a:pt x="3485" y="18267"/>
                    <a:pt x="8282" y="19820"/>
                  </a:cubicBezTo>
                  <a:close/>
                </a:path>
              </a:pathLst>
            </a:custGeom>
            <a:gradFill>
              <a:gsLst>
                <a:gs pos="0">
                  <a:schemeClr val="accent2"/>
                </a:gs>
                <a:gs pos="50000">
                  <a:schemeClr val="accent3"/>
                </a:gs>
                <a:gs pos="100000">
                  <a:schemeClr val="accent4"/>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9" u="none" cap="none" strike="noStrike">
                <a:solidFill>
                  <a:srgbClr val="000000"/>
                </a:solidFill>
                <a:latin typeface="Arial"/>
                <a:ea typeface="Arial"/>
                <a:cs typeface="Arial"/>
                <a:sym typeface="Arial"/>
              </a:endParaRPr>
            </a:p>
          </p:txBody>
        </p:sp>
        <p:sp>
          <p:nvSpPr>
            <p:cNvPr id="165" name="Google Shape;165;p15"/>
            <p:cNvSpPr/>
            <p:nvPr/>
          </p:nvSpPr>
          <p:spPr>
            <a:xfrm>
              <a:off x="530531" y="102219"/>
              <a:ext cx="860339" cy="843223"/>
            </a:xfrm>
            <a:custGeom>
              <a:rect b="b" l="l" r="r" t="t"/>
              <a:pathLst>
                <a:path extrusionOk="0" h="17046" w="17392">
                  <a:moveTo>
                    <a:pt x="8522" y="16789"/>
                  </a:moveTo>
                  <a:cubicBezTo>
                    <a:pt x="4299" y="16789"/>
                    <a:pt x="769" y="13531"/>
                    <a:pt x="437" y="9323"/>
                  </a:cubicBezTo>
                  <a:cubicBezTo>
                    <a:pt x="106" y="5114"/>
                    <a:pt x="3062" y="1343"/>
                    <a:pt x="7240" y="680"/>
                  </a:cubicBezTo>
                  <a:cubicBezTo>
                    <a:pt x="11419" y="1"/>
                    <a:pt x="15401" y="2656"/>
                    <a:pt x="16396" y="6758"/>
                  </a:cubicBezTo>
                  <a:cubicBezTo>
                    <a:pt x="17392" y="10876"/>
                    <a:pt x="15069" y="15055"/>
                    <a:pt x="11041" y="16382"/>
                  </a:cubicBezTo>
                  <a:cubicBezTo>
                    <a:pt x="10227" y="16638"/>
                    <a:pt x="9382" y="16789"/>
                    <a:pt x="8522" y="16789"/>
                  </a:cubicBezTo>
                  <a:close/>
                  <a:moveTo>
                    <a:pt x="8538" y="830"/>
                  </a:moveTo>
                  <a:cubicBezTo>
                    <a:pt x="5129" y="830"/>
                    <a:pt x="2112" y="3018"/>
                    <a:pt x="1056" y="6246"/>
                  </a:cubicBezTo>
                  <a:cubicBezTo>
                    <a:pt x="0" y="9489"/>
                    <a:pt x="1161" y="13033"/>
                    <a:pt x="3907" y="15039"/>
                  </a:cubicBezTo>
                  <a:cubicBezTo>
                    <a:pt x="6667" y="17046"/>
                    <a:pt x="10393" y="17046"/>
                    <a:pt x="13153" y="15039"/>
                  </a:cubicBezTo>
                  <a:cubicBezTo>
                    <a:pt x="15898" y="13033"/>
                    <a:pt x="17060" y="9489"/>
                    <a:pt x="16004" y="6246"/>
                  </a:cubicBezTo>
                  <a:cubicBezTo>
                    <a:pt x="14933" y="3018"/>
                    <a:pt x="11931" y="845"/>
                    <a:pt x="8538" y="830"/>
                  </a:cubicBezTo>
                  <a:close/>
                </a:path>
              </a:pathLst>
            </a:custGeom>
            <a:gradFill>
              <a:gsLst>
                <a:gs pos="0">
                  <a:schemeClr val="accent2"/>
                </a:gs>
                <a:gs pos="50000">
                  <a:schemeClr val="accent3"/>
                </a:gs>
                <a:gs pos="100000">
                  <a:schemeClr val="accent4"/>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9" u="none" cap="none" strike="noStrike">
                <a:solidFill>
                  <a:srgbClr val="000000"/>
                </a:solidFill>
                <a:latin typeface="Arial"/>
                <a:ea typeface="Arial"/>
                <a:cs typeface="Arial"/>
                <a:sym typeface="Arial"/>
              </a:endParaRPr>
            </a:p>
          </p:txBody>
        </p:sp>
        <p:sp>
          <p:nvSpPr>
            <p:cNvPr id="166" name="Google Shape;166;p15"/>
            <p:cNvSpPr/>
            <p:nvPr/>
          </p:nvSpPr>
          <p:spPr>
            <a:xfrm>
              <a:off x="824513" y="69423"/>
              <a:ext cx="590246" cy="854403"/>
            </a:xfrm>
            <a:custGeom>
              <a:rect b="b" l="l" r="r" t="t"/>
              <a:pathLst>
                <a:path extrusionOk="0" h="17272" w="11932">
                  <a:moveTo>
                    <a:pt x="5174" y="17271"/>
                  </a:moveTo>
                  <a:lnTo>
                    <a:pt x="4948" y="16592"/>
                  </a:lnTo>
                  <a:cubicBezTo>
                    <a:pt x="8990" y="15325"/>
                    <a:pt x="11223" y="10996"/>
                    <a:pt x="9910" y="6969"/>
                  </a:cubicBezTo>
                  <a:cubicBezTo>
                    <a:pt x="8598" y="2941"/>
                    <a:pt x="4239" y="754"/>
                    <a:pt x="226" y="2112"/>
                  </a:cubicBezTo>
                  <a:lnTo>
                    <a:pt x="0" y="1433"/>
                  </a:lnTo>
                  <a:cubicBezTo>
                    <a:pt x="4374" y="0"/>
                    <a:pt x="9081" y="2398"/>
                    <a:pt x="10514" y="6773"/>
                  </a:cubicBezTo>
                  <a:cubicBezTo>
                    <a:pt x="11931" y="11132"/>
                    <a:pt x="9548" y="15838"/>
                    <a:pt x="5174" y="17271"/>
                  </a:cubicBezTo>
                  <a:close/>
                </a:path>
              </a:pathLst>
            </a:custGeom>
            <a:gradFill>
              <a:gsLst>
                <a:gs pos="0">
                  <a:schemeClr val="accent2"/>
                </a:gs>
                <a:gs pos="50000">
                  <a:schemeClr val="accent3"/>
                </a:gs>
                <a:gs pos="100000">
                  <a:schemeClr val="accent4"/>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9" u="none" cap="none" strike="noStrike">
                <a:solidFill>
                  <a:srgbClr val="000000"/>
                </a:solidFill>
                <a:latin typeface="Arial"/>
                <a:ea typeface="Arial"/>
                <a:cs typeface="Arial"/>
                <a:sym typeface="Arial"/>
              </a:endParaRPr>
            </a:p>
          </p:txBody>
        </p:sp>
        <p:sp>
          <p:nvSpPr>
            <p:cNvPr id="167" name="Google Shape;167;p15"/>
            <p:cNvSpPr/>
            <p:nvPr/>
          </p:nvSpPr>
          <p:spPr>
            <a:xfrm>
              <a:off x="615565" y="194772"/>
              <a:ext cx="674588" cy="673797"/>
            </a:xfrm>
            <a:custGeom>
              <a:rect b="b" l="l" r="r" t="t"/>
              <a:pathLst>
                <a:path extrusionOk="0" h="13621" w="13637">
                  <a:moveTo>
                    <a:pt x="6819" y="0"/>
                  </a:moveTo>
                  <a:lnTo>
                    <a:pt x="6487" y="0"/>
                  </a:lnTo>
                  <a:lnTo>
                    <a:pt x="6411" y="0"/>
                  </a:lnTo>
                  <a:lnTo>
                    <a:pt x="6487" y="1328"/>
                  </a:lnTo>
                  <a:lnTo>
                    <a:pt x="6819" y="1328"/>
                  </a:lnTo>
                  <a:close/>
                  <a:moveTo>
                    <a:pt x="6019" y="45"/>
                  </a:moveTo>
                  <a:lnTo>
                    <a:pt x="5959" y="45"/>
                  </a:lnTo>
                  <a:lnTo>
                    <a:pt x="5853" y="61"/>
                  </a:lnTo>
                  <a:lnTo>
                    <a:pt x="5853" y="61"/>
                  </a:lnTo>
                  <a:lnTo>
                    <a:pt x="5838" y="61"/>
                  </a:lnTo>
                  <a:lnTo>
                    <a:pt x="5763" y="61"/>
                  </a:lnTo>
                  <a:lnTo>
                    <a:pt x="5748" y="61"/>
                  </a:lnTo>
                  <a:lnTo>
                    <a:pt x="5748" y="61"/>
                  </a:lnTo>
                  <a:lnTo>
                    <a:pt x="5627" y="76"/>
                  </a:lnTo>
                  <a:lnTo>
                    <a:pt x="5853" y="1388"/>
                  </a:lnTo>
                  <a:cubicBezTo>
                    <a:pt x="5959" y="1373"/>
                    <a:pt x="6064" y="1358"/>
                    <a:pt x="6185" y="1343"/>
                  </a:cubicBezTo>
                  <a:lnTo>
                    <a:pt x="6019" y="15"/>
                  </a:lnTo>
                  <a:close/>
                  <a:moveTo>
                    <a:pt x="5250" y="181"/>
                  </a:moveTo>
                  <a:lnTo>
                    <a:pt x="5129" y="211"/>
                  </a:lnTo>
                  <a:lnTo>
                    <a:pt x="4873" y="211"/>
                  </a:lnTo>
                  <a:lnTo>
                    <a:pt x="4858" y="211"/>
                  </a:lnTo>
                  <a:lnTo>
                    <a:pt x="4858" y="211"/>
                  </a:lnTo>
                  <a:lnTo>
                    <a:pt x="4843" y="211"/>
                  </a:lnTo>
                  <a:lnTo>
                    <a:pt x="4843" y="211"/>
                  </a:lnTo>
                  <a:lnTo>
                    <a:pt x="5220" y="1478"/>
                  </a:lnTo>
                  <a:cubicBezTo>
                    <a:pt x="5325" y="1448"/>
                    <a:pt x="5431" y="1418"/>
                    <a:pt x="5536" y="1403"/>
                  </a:cubicBezTo>
                  <a:close/>
                  <a:moveTo>
                    <a:pt x="4496" y="407"/>
                  </a:moveTo>
                  <a:lnTo>
                    <a:pt x="4435" y="438"/>
                  </a:lnTo>
                  <a:lnTo>
                    <a:pt x="4405" y="438"/>
                  </a:lnTo>
                  <a:lnTo>
                    <a:pt x="4164" y="528"/>
                  </a:lnTo>
                  <a:lnTo>
                    <a:pt x="4134" y="528"/>
                  </a:lnTo>
                  <a:lnTo>
                    <a:pt x="4119" y="528"/>
                  </a:lnTo>
                  <a:lnTo>
                    <a:pt x="4646" y="1750"/>
                  </a:lnTo>
                  <a:cubicBezTo>
                    <a:pt x="4752" y="1705"/>
                    <a:pt x="4843" y="1659"/>
                    <a:pt x="4948" y="1629"/>
                  </a:cubicBezTo>
                  <a:lnTo>
                    <a:pt x="4496" y="377"/>
                  </a:lnTo>
                  <a:close/>
                  <a:moveTo>
                    <a:pt x="3741" y="724"/>
                  </a:moveTo>
                  <a:lnTo>
                    <a:pt x="3711" y="724"/>
                  </a:lnTo>
                  <a:lnTo>
                    <a:pt x="3711" y="724"/>
                  </a:lnTo>
                  <a:lnTo>
                    <a:pt x="3696" y="724"/>
                  </a:lnTo>
                  <a:lnTo>
                    <a:pt x="3696" y="724"/>
                  </a:lnTo>
                  <a:lnTo>
                    <a:pt x="3696" y="724"/>
                  </a:lnTo>
                  <a:lnTo>
                    <a:pt x="3696" y="724"/>
                  </a:lnTo>
                  <a:lnTo>
                    <a:pt x="3696" y="724"/>
                  </a:lnTo>
                  <a:lnTo>
                    <a:pt x="3696" y="724"/>
                  </a:lnTo>
                  <a:lnTo>
                    <a:pt x="3696" y="724"/>
                  </a:lnTo>
                  <a:lnTo>
                    <a:pt x="3681" y="724"/>
                  </a:lnTo>
                  <a:lnTo>
                    <a:pt x="3666" y="724"/>
                  </a:lnTo>
                  <a:lnTo>
                    <a:pt x="3651" y="724"/>
                  </a:lnTo>
                  <a:lnTo>
                    <a:pt x="3651" y="724"/>
                  </a:lnTo>
                  <a:lnTo>
                    <a:pt x="3651" y="724"/>
                  </a:lnTo>
                  <a:lnTo>
                    <a:pt x="3651" y="724"/>
                  </a:lnTo>
                  <a:lnTo>
                    <a:pt x="3636" y="724"/>
                  </a:lnTo>
                  <a:lnTo>
                    <a:pt x="3621" y="724"/>
                  </a:lnTo>
                  <a:lnTo>
                    <a:pt x="3606" y="724"/>
                  </a:lnTo>
                  <a:lnTo>
                    <a:pt x="3591" y="724"/>
                  </a:lnTo>
                  <a:lnTo>
                    <a:pt x="3591" y="724"/>
                  </a:lnTo>
                  <a:lnTo>
                    <a:pt x="3545" y="724"/>
                  </a:lnTo>
                  <a:lnTo>
                    <a:pt x="3545" y="724"/>
                  </a:lnTo>
                  <a:lnTo>
                    <a:pt x="3530" y="724"/>
                  </a:lnTo>
                  <a:lnTo>
                    <a:pt x="3515" y="724"/>
                  </a:lnTo>
                  <a:lnTo>
                    <a:pt x="3515" y="724"/>
                  </a:lnTo>
                  <a:lnTo>
                    <a:pt x="3515" y="724"/>
                  </a:lnTo>
                  <a:lnTo>
                    <a:pt x="3515" y="724"/>
                  </a:lnTo>
                  <a:lnTo>
                    <a:pt x="3500" y="724"/>
                  </a:lnTo>
                  <a:lnTo>
                    <a:pt x="3500" y="724"/>
                  </a:lnTo>
                  <a:lnTo>
                    <a:pt x="3500" y="724"/>
                  </a:lnTo>
                  <a:lnTo>
                    <a:pt x="3500" y="724"/>
                  </a:lnTo>
                  <a:lnTo>
                    <a:pt x="3485" y="739"/>
                  </a:lnTo>
                  <a:lnTo>
                    <a:pt x="3485" y="739"/>
                  </a:lnTo>
                  <a:lnTo>
                    <a:pt x="3455" y="754"/>
                  </a:lnTo>
                  <a:lnTo>
                    <a:pt x="3455" y="754"/>
                  </a:lnTo>
                  <a:lnTo>
                    <a:pt x="3425" y="769"/>
                  </a:lnTo>
                  <a:lnTo>
                    <a:pt x="4088" y="1931"/>
                  </a:lnTo>
                  <a:cubicBezTo>
                    <a:pt x="4194" y="1871"/>
                    <a:pt x="4284" y="1825"/>
                    <a:pt x="4375" y="1765"/>
                  </a:cubicBezTo>
                  <a:close/>
                  <a:moveTo>
                    <a:pt x="3048" y="1131"/>
                  </a:moveTo>
                  <a:lnTo>
                    <a:pt x="2972" y="1177"/>
                  </a:lnTo>
                  <a:lnTo>
                    <a:pt x="2972" y="1177"/>
                  </a:lnTo>
                  <a:lnTo>
                    <a:pt x="2972" y="1177"/>
                  </a:lnTo>
                  <a:lnTo>
                    <a:pt x="2972" y="1177"/>
                  </a:lnTo>
                  <a:lnTo>
                    <a:pt x="2957" y="1177"/>
                  </a:lnTo>
                  <a:lnTo>
                    <a:pt x="2942" y="1177"/>
                  </a:lnTo>
                  <a:lnTo>
                    <a:pt x="2942" y="1177"/>
                  </a:lnTo>
                  <a:lnTo>
                    <a:pt x="2897" y="1177"/>
                  </a:lnTo>
                  <a:lnTo>
                    <a:pt x="2897" y="1177"/>
                  </a:lnTo>
                  <a:lnTo>
                    <a:pt x="2897" y="1177"/>
                  </a:lnTo>
                  <a:lnTo>
                    <a:pt x="2897" y="1177"/>
                  </a:lnTo>
                  <a:lnTo>
                    <a:pt x="2897" y="1177"/>
                  </a:lnTo>
                  <a:lnTo>
                    <a:pt x="2897" y="1177"/>
                  </a:lnTo>
                  <a:lnTo>
                    <a:pt x="2867" y="1177"/>
                  </a:lnTo>
                  <a:lnTo>
                    <a:pt x="2867" y="1177"/>
                  </a:lnTo>
                  <a:lnTo>
                    <a:pt x="2851" y="1177"/>
                  </a:lnTo>
                  <a:lnTo>
                    <a:pt x="2836" y="1192"/>
                  </a:lnTo>
                  <a:lnTo>
                    <a:pt x="2836" y="1192"/>
                  </a:lnTo>
                  <a:lnTo>
                    <a:pt x="2746" y="1252"/>
                  </a:lnTo>
                  <a:lnTo>
                    <a:pt x="3545" y="2308"/>
                  </a:lnTo>
                  <a:cubicBezTo>
                    <a:pt x="3636" y="2248"/>
                    <a:pt x="3711" y="2187"/>
                    <a:pt x="3802" y="2127"/>
                  </a:cubicBezTo>
                  <a:lnTo>
                    <a:pt x="3078" y="1026"/>
                  </a:lnTo>
                  <a:close/>
                  <a:moveTo>
                    <a:pt x="2414" y="1614"/>
                  </a:moveTo>
                  <a:cubicBezTo>
                    <a:pt x="2339" y="1675"/>
                    <a:pt x="2248" y="1750"/>
                    <a:pt x="2173" y="1825"/>
                  </a:cubicBezTo>
                  <a:lnTo>
                    <a:pt x="2173" y="1825"/>
                  </a:lnTo>
                  <a:lnTo>
                    <a:pt x="2173" y="1825"/>
                  </a:lnTo>
                  <a:lnTo>
                    <a:pt x="2173" y="1825"/>
                  </a:lnTo>
                  <a:lnTo>
                    <a:pt x="2173" y="1825"/>
                  </a:lnTo>
                  <a:lnTo>
                    <a:pt x="2173" y="1825"/>
                  </a:lnTo>
                  <a:lnTo>
                    <a:pt x="2173" y="1825"/>
                  </a:lnTo>
                  <a:lnTo>
                    <a:pt x="2173" y="1825"/>
                  </a:lnTo>
                  <a:lnTo>
                    <a:pt x="2173" y="1825"/>
                  </a:lnTo>
                  <a:lnTo>
                    <a:pt x="2173" y="1825"/>
                  </a:lnTo>
                  <a:lnTo>
                    <a:pt x="2173" y="1825"/>
                  </a:lnTo>
                  <a:lnTo>
                    <a:pt x="2173" y="1825"/>
                  </a:lnTo>
                  <a:lnTo>
                    <a:pt x="2173" y="1825"/>
                  </a:lnTo>
                  <a:lnTo>
                    <a:pt x="2173" y="1825"/>
                  </a:lnTo>
                  <a:lnTo>
                    <a:pt x="2173" y="1825"/>
                  </a:lnTo>
                  <a:lnTo>
                    <a:pt x="2143" y="1840"/>
                  </a:lnTo>
                  <a:lnTo>
                    <a:pt x="3063" y="2806"/>
                  </a:lnTo>
                  <a:cubicBezTo>
                    <a:pt x="3138" y="2730"/>
                    <a:pt x="3213" y="2670"/>
                    <a:pt x="3304" y="2595"/>
                  </a:cubicBezTo>
                  <a:close/>
                  <a:moveTo>
                    <a:pt x="1841" y="2157"/>
                  </a:moveTo>
                  <a:lnTo>
                    <a:pt x="1841" y="2157"/>
                  </a:lnTo>
                  <a:lnTo>
                    <a:pt x="1841" y="2157"/>
                  </a:lnTo>
                  <a:lnTo>
                    <a:pt x="1841" y="2157"/>
                  </a:lnTo>
                  <a:lnTo>
                    <a:pt x="1841"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826" y="2157"/>
                  </a:lnTo>
                  <a:lnTo>
                    <a:pt x="1705" y="2308"/>
                  </a:lnTo>
                  <a:lnTo>
                    <a:pt x="2610" y="3304"/>
                  </a:lnTo>
                  <a:cubicBezTo>
                    <a:pt x="2670" y="3228"/>
                    <a:pt x="2746" y="3138"/>
                    <a:pt x="2821" y="3062"/>
                  </a:cubicBezTo>
                  <a:lnTo>
                    <a:pt x="1841" y="2157"/>
                  </a:lnTo>
                  <a:close/>
                  <a:moveTo>
                    <a:pt x="1328" y="2776"/>
                  </a:moveTo>
                  <a:lnTo>
                    <a:pt x="1328" y="2776"/>
                  </a:lnTo>
                  <a:lnTo>
                    <a:pt x="1313" y="2791"/>
                  </a:lnTo>
                  <a:lnTo>
                    <a:pt x="1313" y="2791"/>
                  </a:lnTo>
                  <a:lnTo>
                    <a:pt x="1313" y="2791"/>
                  </a:lnTo>
                  <a:lnTo>
                    <a:pt x="1313" y="2791"/>
                  </a:lnTo>
                  <a:lnTo>
                    <a:pt x="1298" y="2806"/>
                  </a:lnTo>
                  <a:lnTo>
                    <a:pt x="1298" y="2806"/>
                  </a:lnTo>
                  <a:lnTo>
                    <a:pt x="1298" y="2806"/>
                  </a:lnTo>
                  <a:lnTo>
                    <a:pt x="1298" y="2806"/>
                  </a:lnTo>
                  <a:lnTo>
                    <a:pt x="1298" y="2821"/>
                  </a:lnTo>
                  <a:lnTo>
                    <a:pt x="1298" y="2821"/>
                  </a:lnTo>
                  <a:lnTo>
                    <a:pt x="1298" y="2821"/>
                  </a:lnTo>
                  <a:lnTo>
                    <a:pt x="1298" y="2821"/>
                  </a:lnTo>
                  <a:lnTo>
                    <a:pt x="1298" y="2821"/>
                  </a:lnTo>
                  <a:lnTo>
                    <a:pt x="1298" y="2821"/>
                  </a:lnTo>
                  <a:lnTo>
                    <a:pt x="1298" y="2821"/>
                  </a:lnTo>
                  <a:lnTo>
                    <a:pt x="1298" y="2821"/>
                  </a:lnTo>
                  <a:lnTo>
                    <a:pt x="1298" y="2821"/>
                  </a:lnTo>
                  <a:lnTo>
                    <a:pt x="1298" y="2821"/>
                  </a:lnTo>
                  <a:lnTo>
                    <a:pt x="1298" y="2821"/>
                  </a:lnTo>
                  <a:lnTo>
                    <a:pt x="1298" y="2821"/>
                  </a:lnTo>
                  <a:lnTo>
                    <a:pt x="1298" y="2821"/>
                  </a:lnTo>
                  <a:lnTo>
                    <a:pt x="1298" y="2821"/>
                  </a:lnTo>
                  <a:lnTo>
                    <a:pt x="1298" y="2821"/>
                  </a:lnTo>
                  <a:lnTo>
                    <a:pt x="1298" y="2821"/>
                  </a:lnTo>
                  <a:lnTo>
                    <a:pt x="1298" y="2821"/>
                  </a:lnTo>
                  <a:lnTo>
                    <a:pt x="1298" y="2821"/>
                  </a:lnTo>
                  <a:lnTo>
                    <a:pt x="1298" y="2836"/>
                  </a:lnTo>
                  <a:lnTo>
                    <a:pt x="1298" y="2836"/>
                  </a:lnTo>
                  <a:lnTo>
                    <a:pt x="1298" y="2836"/>
                  </a:lnTo>
                  <a:lnTo>
                    <a:pt x="1298" y="2836"/>
                  </a:lnTo>
                  <a:lnTo>
                    <a:pt x="1298" y="2836"/>
                  </a:lnTo>
                  <a:lnTo>
                    <a:pt x="1298" y="2836"/>
                  </a:lnTo>
                  <a:cubicBezTo>
                    <a:pt x="1268" y="2896"/>
                    <a:pt x="1222" y="2957"/>
                    <a:pt x="1177" y="3032"/>
                  </a:cubicBezTo>
                  <a:lnTo>
                    <a:pt x="2293" y="3756"/>
                  </a:lnTo>
                  <a:cubicBezTo>
                    <a:pt x="2354" y="3666"/>
                    <a:pt x="2414" y="3560"/>
                    <a:pt x="2474" y="3485"/>
                  </a:cubicBezTo>
                  <a:lnTo>
                    <a:pt x="1418" y="2700"/>
                  </a:lnTo>
                  <a:close/>
                  <a:moveTo>
                    <a:pt x="891" y="3439"/>
                  </a:moveTo>
                  <a:lnTo>
                    <a:pt x="875" y="3470"/>
                  </a:lnTo>
                  <a:lnTo>
                    <a:pt x="875" y="3470"/>
                  </a:lnTo>
                  <a:lnTo>
                    <a:pt x="875" y="3470"/>
                  </a:lnTo>
                  <a:lnTo>
                    <a:pt x="875" y="3470"/>
                  </a:lnTo>
                  <a:lnTo>
                    <a:pt x="875" y="3470"/>
                  </a:lnTo>
                  <a:lnTo>
                    <a:pt x="875" y="3470"/>
                  </a:lnTo>
                  <a:cubicBezTo>
                    <a:pt x="815" y="3575"/>
                    <a:pt x="770" y="3666"/>
                    <a:pt x="710" y="3771"/>
                  </a:cubicBezTo>
                  <a:lnTo>
                    <a:pt x="1901" y="4359"/>
                  </a:lnTo>
                  <a:cubicBezTo>
                    <a:pt x="1946" y="4269"/>
                    <a:pt x="2007" y="4178"/>
                    <a:pt x="2052" y="4073"/>
                  </a:cubicBezTo>
                  <a:lnTo>
                    <a:pt x="906" y="3424"/>
                  </a:lnTo>
                  <a:close/>
                  <a:moveTo>
                    <a:pt x="544" y="4148"/>
                  </a:moveTo>
                  <a:cubicBezTo>
                    <a:pt x="498" y="4224"/>
                    <a:pt x="468" y="4314"/>
                    <a:pt x="438" y="4390"/>
                  </a:cubicBezTo>
                  <a:lnTo>
                    <a:pt x="438" y="4390"/>
                  </a:lnTo>
                  <a:lnTo>
                    <a:pt x="438" y="4390"/>
                  </a:lnTo>
                  <a:lnTo>
                    <a:pt x="438" y="4390"/>
                  </a:lnTo>
                  <a:lnTo>
                    <a:pt x="438" y="4390"/>
                  </a:lnTo>
                  <a:lnTo>
                    <a:pt x="438" y="4390"/>
                  </a:lnTo>
                  <a:lnTo>
                    <a:pt x="438" y="4390"/>
                  </a:lnTo>
                  <a:lnTo>
                    <a:pt x="438" y="4390"/>
                  </a:lnTo>
                  <a:lnTo>
                    <a:pt x="438" y="4390"/>
                  </a:lnTo>
                  <a:lnTo>
                    <a:pt x="438" y="4390"/>
                  </a:lnTo>
                  <a:lnTo>
                    <a:pt x="438" y="4390"/>
                  </a:lnTo>
                  <a:lnTo>
                    <a:pt x="438" y="4390"/>
                  </a:lnTo>
                  <a:lnTo>
                    <a:pt x="438" y="4390"/>
                  </a:lnTo>
                  <a:lnTo>
                    <a:pt x="438" y="4390"/>
                  </a:lnTo>
                  <a:lnTo>
                    <a:pt x="408" y="4480"/>
                  </a:lnTo>
                  <a:lnTo>
                    <a:pt x="1645" y="4978"/>
                  </a:lnTo>
                  <a:cubicBezTo>
                    <a:pt x="1675" y="4872"/>
                    <a:pt x="1720" y="4767"/>
                    <a:pt x="1765" y="4676"/>
                  </a:cubicBezTo>
                  <a:lnTo>
                    <a:pt x="544" y="4148"/>
                  </a:lnTo>
                  <a:close/>
                  <a:moveTo>
                    <a:pt x="272" y="4902"/>
                  </a:moveTo>
                  <a:cubicBezTo>
                    <a:pt x="242" y="4993"/>
                    <a:pt x="227" y="5083"/>
                    <a:pt x="197" y="5174"/>
                  </a:cubicBezTo>
                  <a:lnTo>
                    <a:pt x="197" y="5174"/>
                  </a:lnTo>
                  <a:lnTo>
                    <a:pt x="197" y="5174"/>
                  </a:lnTo>
                  <a:lnTo>
                    <a:pt x="197" y="5174"/>
                  </a:lnTo>
                  <a:lnTo>
                    <a:pt x="197" y="5174"/>
                  </a:lnTo>
                  <a:lnTo>
                    <a:pt x="197" y="5174"/>
                  </a:lnTo>
                  <a:lnTo>
                    <a:pt x="197" y="5174"/>
                  </a:lnTo>
                  <a:lnTo>
                    <a:pt x="197" y="5174"/>
                  </a:lnTo>
                  <a:lnTo>
                    <a:pt x="197" y="5174"/>
                  </a:lnTo>
                  <a:lnTo>
                    <a:pt x="197" y="5174"/>
                  </a:lnTo>
                  <a:lnTo>
                    <a:pt x="197" y="5174"/>
                  </a:lnTo>
                  <a:lnTo>
                    <a:pt x="197" y="5174"/>
                  </a:lnTo>
                  <a:lnTo>
                    <a:pt x="197" y="5174"/>
                  </a:lnTo>
                  <a:lnTo>
                    <a:pt x="197" y="5174"/>
                  </a:lnTo>
                  <a:lnTo>
                    <a:pt x="197" y="5174"/>
                  </a:lnTo>
                  <a:lnTo>
                    <a:pt x="197" y="5174"/>
                  </a:lnTo>
                  <a:lnTo>
                    <a:pt x="197" y="5174"/>
                  </a:lnTo>
                  <a:lnTo>
                    <a:pt x="197" y="5174"/>
                  </a:lnTo>
                  <a:lnTo>
                    <a:pt x="197" y="5174"/>
                  </a:lnTo>
                  <a:lnTo>
                    <a:pt x="197" y="5174"/>
                  </a:lnTo>
                  <a:lnTo>
                    <a:pt x="197" y="5174"/>
                  </a:lnTo>
                  <a:lnTo>
                    <a:pt x="197" y="5174"/>
                  </a:lnTo>
                  <a:lnTo>
                    <a:pt x="197" y="5174"/>
                  </a:lnTo>
                  <a:lnTo>
                    <a:pt x="197" y="5174"/>
                  </a:lnTo>
                  <a:cubicBezTo>
                    <a:pt x="197" y="5189"/>
                    <a:pt x="197" y="5204"/>
                    <a:pt x="182" y="5219"/>
                  </a:cubicBezTo>
                  <a:lnTo>
                    <a:pt x="1479" y="5581"/>
                  </a:lnTo>
                  <a:cubicBezTo>
                    <a:pt x="1494" y="5476"/>
                    <a:pt x="1524" y="5370"/>
                    <a:pt x="1554" y="5280"/>
                  </a:cubicBezTo>
                  <a:lnTo>
                    <a:pt x="272" y="4902"/>
                  </a:lnTo>
                  <a:close/>
                  <a:moveTo>
                    <a:pt x="91" y="5687"/>
                  </a:moveTo>
                  <a:lnTo>
                    <a:pt x="76" y="5747"/>
                  </a:lnTo>
                  <a:lnTo>
                    <a:pt x="76" y="5747"/>
                  </a:lnTo>
                  <a:lnTo>
                    <a:pt x="76" y="5747"/>
                  </a:lnTo>
                  <a:lnTo>
                    <a:pt x="76" y="5747"/>
                  </a:lnTo>
                  <a:lnTo>
                    <a:pt x="76" y="5747"/>
                  </a:lnTo>
                  <a:lnTo>
                    <a:pt x="76" y="5747"/>
                  </a:lnTo>
                  <a:lnTo>
                    <a:pt x="76" y="5747"/>
                  </a:lnTo>
                  <a:lnTo>
                    <a:pt x="76" y="5747"/>
                  </a:lnTo>
                  <a:lnTo>
                    <a:pt x="76" y="5747"/>
                  </a:lnTo>
                  <a:lnTo>
                    <a:pt x="76" y="5747"/>
                  </a:lnTo>
                  <a:lnTo>
                    <a:pt x="76" y="5747"/>
                  </a:lnTo>
                  <a:lnTo>
                    <a:pt x="76" y="5747"/>
                  </a:lnTo>
                  <a:lnTo>
                    <a:pt x="76" y="5747"/>
                  </a:lnTo>
                  <a:lnTo>
                    <a:pt x="76" y="5747"/>
                  </a:lnTo>
                  <a:lnTo>
                    <a:pt x="76" y="5747"/>
                  </a:lnTo>
                  <a:lnTo>
                    <a:pt x="76" y="5747"/>
                  </a:lnTo>
                  <a:lnTo>
                    <a:pt x="76" y="5747"/>
                  </a:lnTo>
                  <a:lnTo>
                    <a:pt x="76" y="5747"/>
                  </a:lnTo>
                  <a:lnTo>
                    <a:pt x="76" y="5747"/>
                  </a:lnTo>
                  <a:lnTo>
                    <a:pt x="76" y="5747"/>
                  </a:lnTo>
                  <a:lnTo>
                    <a:pt x="76" y="5747"/>
                  </a:lnTo>
                  <a:lnTo>
                    <a:pt x="76" y="5747"/>
                  </a:lnTo>
                  <a:cubicBezTo>
                    <a:pt x="61" y="5838"/>
                    <a:pt x="46" y="5928"/>
                    <a:pt x="46" y="6019"/>
                  </a:cubicBezTo>
                  <a:lnTo>
                    <a:pt x="1358" y="6154"/>
                  </a:lnTo>
                  <a:cubicBezTo>
                    <a:pt x="1373" y="6049"/>
                    <a:pt x="1388" y="5943"/>
                    <a:pt x="1403" y="5838"/>
                  </a:cubicBezTo>
                  <a:lnTo>
                    <a:pt x="91" y="5627"/>
                  </a:lnTo>
                  <a:close/>
                  <a:moveTo>
                    <a:pt x="1" y="6471"/>
                  </a:moveTo>
                  <a:lnTo>
                    <a:pt x="1" y="6532"/>
                  </a:lnTo>
                  <a:lnTo>
                    <a:pt x="1" y="6532"/>
                  </a:lnTo>
                  <a:lnTo>
                    <a:pt x="1" y="6532"/>
                  </a:lnTo>
                  <a:lnTo>
                    <a:pt x="1" y="6532"/>
                  </a:lnTo>
                  <a:lnTo>
                    <a:pt x="1" y="6532"/>
                  </a:lnTo>
                  <a:lnTo>
                    <a:pt x="1" y="6532"/>
                  </a:lnTo>
                  <a:lnTo>
                    <a:pt x="1" y="6532"/>
                  </a:lnTo>
                  <a:lnTo>
                    <a:pt x="1" y="6532"/>
                  </a:lnTo>
                  <a:lnTo>
                    <a:pt x="1" y="6773"/>
                  </a:lnTo>
                  <a:lnTo>
                    <a:pt x="1" y="6773"/>
                  </a:lnTo>
                  <a:lnTo>
                    <a:pt x="1" y="6803"/>
                  </a:lnTo>
                  <a:lnTo>
                    <a:pt x="1" y="6803"/>
                  </a:lnTo>
                  <a:lnTo>
                    <a:pt x="1" y="6803"/>
                  </a:lnTo>
                  <a:lnTo>
                    <a:pt x="1" y="6803"/>
                  </a:lnTo>
                  <a:lnTo>
                    <a:pt x="1" y="6803"/>
                  </a:lnTo>
                  <a:lnTo>
                    <a:pt x="1" y="6803"/>
                  </a:lnTo>
                  <a:lnTo>
                    <a:pt x="1" y="6803"/>
                  </a:lnTo>
                  <a:lnTo>
                    <a:pt x="1" y="6803"/>
                  </a:lnTo>
                  <a:lnTo>
                    <a:pt x="1" y="6803"/>
                  </a:lnTo>
                  <a:lnTo>
                    <a:pt x="1" y="6803"/>
                  </a:lnTo>
                  <a:lnTo>
                    <a:pt x="1" y="6818"/>
                  </a:lnTo>
                  <a:lnTo>
                    <a:pt x="1328" y="6818"/>
                  </a:lnTo>
                  <a:lnTo>
                    <a:pt x="1328" y="6773"/>
                  </a:lnTo>
                  <a:lnTo>
                    <a:pt x="1328" y="6486"/>
                  </a:lnTo>
                  <a:lnTo>
                    <a:pt x="1" y="6426"/>
                  </a:lnTo>
                  <a:close/>
                  <a:moveTo>
                    <a:pt x="1343" y="7180"/>
                  </a:moveTo>
                  <a:lnTo>
                    <a:pt x="16" y="7271"/>
                  </a:lnTo>
                  <a:lnTo>
                    <a:pt x="16" y="7316"/>
                  </a:lnTo>
                  <a:lnTo>
                    <a:pt x="16" y="7316"/>
                  </a:lnTo>
                  <a:lnTo>
                    <a:pt x="16" y="7316"/>
                  </a:lnTo>
                  <a:lnTo>
                    <a:pt x="16" y="7316"/>
                  </a:lnTo>
                  <a:lnTo>
                    <a:pt x="16" y="7316"/>
                  </a:lnTo>
                  <a:lnTo>
                    <a:pt x="16" y="7316"/>
                  </a:lnTo>
                  <a:lnTo>
                    <a:pt x="16" y="7316"/>
                  </a:lnTo>
                  <a:lnTo>
                    <a:pt x="16" y="7316"/>
                  </a:lnTo>
                  <a:lnTo>
                    <a:pt x="16" y="7316"/>
                  </a:lnTo>
                  <a:lnTo>
                    <a:pt x="16" y="7316"/>
                  </a:lnTo>
                  <a:lnTo>
                    <a:pt x="16" y="7316"/>
                  </a:lnTo>
                  <a:lnTo>
                    <a:pt x="16" y="7316"/>
                  </a:lnTo>
                  <a:lnTo>
                    <a:pt x="16" y="7316"/>
                  </a:lnTo>
                  <a:lnTo>
                    <a:pt x="16" y="7316"/>
                  </a:lnTo>
                  <a:lnTo>
                    <a:pt x="16" y="7316"/>
                  </a:lnTo>
                  <a:lnTo>
                    <a:pt x="16" y="7316"/>
                  </a:lnTo>
                  <a:lnTo>
                    <a:pt x="16" y="7316"/>
                  </a:lnTo>
                  <a:lnTo>
                    <a:pt x="16" y="7316"/>
                  </a:lnTo>
                  <a:lnTo>
                    <a:pt x="16" y="7316"/>
                  </a:lnTo>
                  <a:lnTo>
                    <a:pt x="16" y="7316"/>
                  </a:lnTo>
                  <a:lnTo>
                    <a:pt x="16" y="7331"/>
                  </a:lnTo>
                  <a:lnTo>
                    <a:pt x="16" y="7331"/>
                  </a:lnTo>
                  <a:cubicBezTo>
                    <a:pt x="16" y="7421"/>
                    <a:pt x="31" y="7527"/>
                    <a:pt x="46" y="7602"/>
                  </a:cubicBezTo>
                  <a:lnTo>
                    <a:pt x="1358" y="7437"/>
                  </a:lnTo>
                  <a:cubicBezTo>
                    <a:pt x="1358" y="7331"/>
                    <a:pt x="1343" y="7225"/>
                    <a:pt x="1328" y="7120"/>
                  </a:cubicBezTo>
                  <a:close/>
                  <a:moveTo>
                    <a:pt x="1418" y="7814"/>
                  </a:moveTo>
                  <a:lnTo>
                    <a:pt x="106" y="8055"/>
                  </a:lnTo>
                  <a:cubicBezTo>
                    <a:pt x="106" y="8100"/>
                    <a:pt x="121" y="8146"/>
                    <a:pt x="136" y="8191"/>
                  </a:cubicBezTo>
                  <a:lnTo>
                    <a:pt x="136" y="8191"/>
                  </a:lnTo>
                  <a:lnTo>
                    <a:pt x="136" y="8191"/>
                  </a:lnTo>
                  <a:lnTo>
                    <a:pt x="136" y="8191"/>
                  </a:lnTo>
                  <a:lnTo>
                    <a:pt x="136" y="8206"/>
                  </a:lnTo>
                  <a:lnTo>
                    <a:pt x="136" y="8206"/>
                  </a:lnTo>
                  <a:lnTo>
                    <a:pt x="136" y="8221"/>
                  </a:lnTo>
                  <a:lnTo>
                    <a:pt x="136" y="8221"/>
                  </a:lnTo>
                  <a:lnTo>
                    <a:pt x="136" y="8221"/>
                  </a:lnTo>
                  <a:lnTo>
                    <a:pt x="136" y="8221"/>
                  </a:lnTo>
                  <a:cubicBezTo>
                    <a:pt x="136" y="8266"/>
                    <a:pt x="151" y="8311"/>
                    <a:pt x="167" y="8342"/>
                  </a:cubicBezTo>
                  <a:lnTo>
                    <a:pt x="167" y="8342"/>
                  </a:lnTo>
                  <a:lnTo>
                    <a:pt x="167" y="8342"/>
                  </a:lnTo>
                  <a:lnTo>
                    <a:pt x="167" y="8342"/>
                  </a:lnTo>
                  <a:lnTo>
                    <a:pt x="167" y="8342"/>
                  </a:lnTo>
                  <a:lnTo>
                    <a:pt x="167" y="8342"/>
                  </a:lnTo>
                  <a:lnTo>
                    <a:pt x="167" y="8342"/>
                  </a:lnTo>
                  <a:lnTo>
                    <a:pt x="167" y="8342"/>
                  </a:lnTo>
                  <a:lnTo>
                    <a:pt x="167" y="8342"/>
                  </a:lnTo>
                  <a:lnTo>
                    <a:pt x="167" y="8342"/>
                  </a:lnTo>
                  <a:lnTo>
                    <a:pt x="167" y="8342"/>
                  </a:lnTo>
                  <a:lnTo>
                    <a:pt x="167" y="8342"/>
                  </a:lnTo>
                  <a:lnTo>
                    <a:pt x="167" y="8342"/>
                  </a:lnTo>
                  <a:lnTo>
                    <a:pt x="167" y="8342"/>
                  </a:lnTo>
                  <a:lnTo>
                    <a:pt x="167" y="8342"/>
                  </a:lnTo>
                  <a:lnTo>
                    <a:pt x="167" y="8342"/>
                  </a:lnTo>
                  <a:lnTo>
                    <a:pt x="167" y="8342"/>
                  </a:lnTo>
                  <a:lnTo>
                    <a:pt x="167" y="8342"/>
                  </a:lnTo>
                  <a:lnTo>
                    <a:pt x="167" y="8342"/>
                  </a:lnTo>
                  <a:lnTo>
                    <a:pt x="167" y="8342"/>
                  </a:lnTo>
                  <a:lnTo>
                    <a:pt x="167" y="8342"/>
                  </a:lnTo>
                  <a:lnTo>
                    <a:pt x="167" y="8342"/>
                  </a:lnTo>
                  <a:lnTo>
                    <a:pt x="167" y="8342"/>
                  </a:lnTo>
                  <a:lnTo>
                    <a:pt x="167" y="8342"/>
                  </a:lnTo>
                  <a:lnTo>
                    <a:pt x="167" y="8342"/>
                  </a:lnTo>
                  <a:lnTo>
                    <a:pt x="167" y="8342"/>
                  </a:lnTo>
                  <a:lnTo>
                    <a:pt x="167" y="8372"/>
                  </a:lnTo>
                  <a:lnTo>
                    <a:pt x="1449" y="8055"/>
                  </a:lnTo>
                  <a:cubicBezTo>
                    <a:pt x="1434" y="7949"/>
                    <a:pt x="1403" y="7844"/>
                    <a:pt x="1388" y="7738"/>
                  </a:cubicBezTo>
                  <a:close/>
                  <a:moveTo>
                    <a:pt x="1569" y="8447"/>
                  </a:moveTo>
                  <a:lnTo>
                    <a:pt x="302" y="8824"/>
                  </a:lnTo>
                  <a:cubicBezTo>
                    <a:pt x="332" y="8960"/>
                    <a:pt x="378" y="9081"/>
                    <a:pt x="423" y="9201"/>
                  </a:cubicBezTo>
                  <a:lnTo>
                    <a:pt x="1675" y="8749"/>
                  </a:lnTo>
                  <a:cubicBezTo>
                    <a:pt x="1630" y="8643"/>
                    <a:pt x="1599" y="8538"/>
                    <a:pt x="1569" y="8432"/>
                  </a:cubicBezTo>
                  <a:close/>
                  <a:moveTo>
                    <a:pt x="1796" y="9035"/>
                  </a:moveTo>
                  <a:lnTo>
                    <a:pt x="574" y="9578"/>
                  </a:lnTo>
                  <a:lnTo>
                    <a:pt x="574" y="9578"/>
                  </a:lnTo>
                  <a:lnTo>
                    <a:pt x="574" y="9578"/>
                  </a:lnTo>
                  <a:lnTo>
                    <a:pt x="574" y="9578"/>
                  </a:lnTo>
                  <a:lnTo>
                    <a:pt x="574" y="9578"/>
                  </a:lnTo>
                  <a:lnTo>
                    <a:pt x="574" y="9578"/>
                  </a:lnTo>
                  <a:lnTo>
                    <a:pt x="574" y="9578"/>
                  </a:lnTo>
                  <a:lnTo>
                    <a:pt x="574" y="9578"/>
                  </a:lnTo>
                  <a:lnTo>
                    <a:pt x="574" y="9578"/>
                  </a:lnTo>
                  <a:lnTo>
                    <a:pt x="574" y="9578"/>
                  </a:lnTo>
                  <a:lnTo>
                    <a:pt x="574" y="9578"/>
                  </a:lnTo>
                  <a:lnTo>
                    <a:pt x="574" y="9578"/>
                  </a:lnTo>
                  <a:lnTo>
                    <a:pt x="574" y="9578"/>
                  </a:lnTo>
                  <a:lnTo>
                    <a:pt x="574" y="9578"/>
                  </a:lnTo>
                  <a:lnTo>
                    <a:pt x="574" y="9578"/>
                  </a:lnTo>
                  <a:lnTo>
                    <a:pt x="574" y="9578"/>
                  </a:lnTo>
                  <a:lnTo>
                    <a:pt x="574" y="9578"/>
                  </a:lnTo>
                  <a:lnTo>
                    <a:pt x="574" y="9578"/>
                  </a:lnTo>
                  <a:lnTo>
                    <a:pt x="574" y="9594"/>
                  </a:lnTo>
                  <a:lnTo>
                    <a:pt x="574" y="9594"/>
                  </a:lnTo>
                  <a:lnTo>
                    <a:pt x="574" y="9594"/>
                  </a:lnTo>
                  <a:lnTo>
                    <a:pt x="574" y="9594"/>
                  </a:lnTo>
                  <a:lnTo>
                    <a:pt x="574" y="9594"/>
                  </a:lnTo>
                  <a:lnTo>
                    <a:pt x="574" y="9594"/>
                  </a:lnTo>
                  <a:lnTo>
                    <a:pt x="574" y="9609"/>
                  </a:lnTo>
                  <a:lnTo>
                    <a:pt x="574" y="9609"/>
                  </a:lnTo>
                  <a:lnTo>
                    <a:pt x="574" y="9609"/>
                  </a:lnTo>
                  <a:lnTo>
                    <a:pt x="574" y="9609"/>
                  </a:lnTo>
                  <a:lnTo>
                    <a:pt x="574" y="9609"/>
                  </a:lnTo>
                  <a:lnTo>
                    <a:pt x="574" y="9609"/>
                  </a:lnTo>
                  <a:lnTo>
                    <a:pt x="574" y="9609"/>
                  </a:lnTo>
                  <a:lnTo>
                    <a:pt x="574" y="9609"/>
                  </a:lnTo>
                  <a:lnTo>
                    <a:pt x="574" y="9609"/>
                  </a:lnTo>
                  <a:lnTo>
                    <a:pt x="574" y="9609"/>
                  </a:lnTo>
                  <a:lnTo>
                    <a:pt x="574" y="9609"/>
                  </a:lnTo>
                  <a:lnTo>
                    <a:pt x="574" y="9609"/>
                  </a:lnTo>
                  <a:lnTo>
                    <a:pt x="574" y="9609"/>
                  </a:lnTo>
                  <a:lnTo>
                    <a:pt x="574" y="9609"/>
                  </a:lnTo>
                  <a:lnTo>
                    <a:pt x="574" y="9609"/>
                  </a:lnTo>
                  <a:lnTo>
                    <a:pt x="574" y="9609"/>
                  </a:lnTo>
                  <a:lnTo>
                    <a:pt x="574" y="9609"/>
                  </a:lnTo>
                  <a:lnTo>
                    <a:pt x="574" y="9609"/>
                  </a:lnTo>
                  <a:lnTo>
                    <a:pt x="574" y="9609"/>
                  </a:lnTo>
                  <a:lnTo>
                    <a:pt x="574" y="9609"/>
                  </a:lnTo>
                  <a:lnTo>
                    <a:pt x="574" y="9609"/>
                  </a:lnTo>
                  <a:lnTo>
                    <a:pt x="574" y="9609"/>
                  </a:lnTo>
                  <a:lnTo>
                    <a:pt x="574" y="9609"/>
                  </a:lnTo>
                  <a:lnTo>
                    <a:pt x="574" y="9609"/>
                  </a:lnTo>
                  <a:lnTo>
                    <a:pt x="574" y="9609"/>
                  </a:lnTo>
                  <a:lnTo>
                    <a:pt x="574" y="9609"/>
                  </a:lnTo>
                  <a:lnTo>
                    <a:pt x="574" y="9609"/>
                  </a:lnTo>
                  <a:lnTo>
                    <a:pt x="574" y="9609"/>
                  </a:lnTo>
                  <a:lnTo>
                    <a:pt x="574" y="9639"/>
                  </a:lnTo>
                  <a:lnTo>
                    <a:pt x="574" y="9639"/>
                  </a:lnTo>
                  <a:cubicBezTo>
                    <a:pt x="604" y="9684"/>
                    <a:pt x="619" y="9729"/>
                    <a:pt x="649" y="9790"/>
                  </a:cubicBezTo>
                  <a:lnTo>
                    <a:pt x="1826" y="9171"/>
                  </a:lnTo>
                  <a:cubicBezTo>
                    <a:pt x="1781" y="9081"/>
                    <a:pt x="1735" y="8990"/>
                    <a:pt x="1690" y="8885"/>
                  </a:cubicBezTo>
                  <a:close/>
                  <a:moveTo>
                    <a:pt x="2082" y="9609"/>
                  </a:move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287"/>
                  </a:lnTo>
                  <a:lnTo>
                    <a:pt x="936" y="10303"/>
                  </a:lnTo>
                  <a:lnTo>
                    <a:pt x="936" y="10303"/>
                  </a:lnTo>
                  <a:lnTo>
                    <a:pt x="936" y="10303"/>
                  </a:lnTo>
                  <a:lnTo>
                    <a:pt x="936" y="10303"/>
                  </a:lnTo>
                  <a:lnTo>
                    <a:pt x="951" y="10318"/>
                  </a:lnTo>
                  <a:lnTo>
                    <a:pt x="951" y="10318"/>
                  </a:lnTo>
                  <a:cubicBezTo>
                    <a:pt x="966" y="10348"/>
                    <a:pt x="996" y="10378"/>
                    <a:pt x="1011" y="10393"/>
                  </a:cubicBezTo>
                  <a:lnTo>
                    <a:pt x="2263" y="9880"/>
                  </a:lnTo>
                  <a:cubicBezTo>
                    <a:pt x="2203" y="9790"/>
                    <a:pt x="2143" y="9684"/>
                    <a:pt x="2082" y="9609"/>
                  </a:cubicBezTo>
                  <a:close/>
                  <a:moveTo>
                    <a:pt x="2444" y="10137"/>
                  </a:moveTo>
                  <a:lnTo>
                    <a:pt x="1388" y="10936"/>
                  </a:lnTo>
                  <a:cubicBezTo>
                    <a:pt x="1434" y="10996"/>
                    <a:pt x="1464" y="11042"/>
                    <a:pt x="1509" y="11102"/>
                  </a:cubicBezTo>
                  <a:lnTo>
                    <a:pt x="1509" y="11102"/>
                  </a:lnTo>
                  <a:lnTo>
                    <a:pt x="1509" y="11117"/>
                  </a:lnTo>
                  <a:lnTo>
                    <a:pt x="1509" y="11117"/>
                  </a:lnTo>
                  <a:lnTo>
                    <a:pt x="1509" y="11117"/>
                  </a:lnTo>
                  <a:lnTo>
                    <a:pt x="1509" y="11117"/>
                  </a:lnTo>
                  <a:lnTo>
                    <a:pt x="1509" y="11117"/>
                  </a:lnTo>
                  <a:lnTo>
                    <a:pt x="1509" y="11117"/>
                  </a:lnTo>
                  <a:lnTo>
                    <a:pt x="1509" y="11117"/>
                  </a:lnTo>
                  <a:lnTo>
                    <a:pt x="1509" y="11117"/>
                  </a:lnTo>
                  <a:lnTo>
                    <a:pt x="1509" y="11117"/>
                  </a:lnTo>
                  <a:lnTo>
                    <a:pt x="1509" y="11117"/>
                  </a:lnTo>
                  <a:lnTo>
                    <a:pt x="1509" y="11117"/>
                  </a:lnTo>
                  <a:lnTo>
                    <a:pt x="1509" y="11117"/>
                  </a:lnTo>
                  <a:lnTo>
                    <a:pt x="1509" y="11117"/>
                  </a:lnTo>
                  <a:lnTo>
                    <a:pt x="1509" y="11117"/>
                  </a:lnTo>
                  <a:lnTo>
                    <a:pt x="1509" y="11117"/>
                  </a:lnTo>
                  <a:lnTo>
                    <a:pt x="1509" y="11117"/>
                  </a:lnTo>
                  <a:lnTo>
                    <a:pt x="1584" y="11208"/>
                  </a:lnTo>
                  <a:lnTo>
                    <a:pt x="2595" y="10333"/>
                  </a:lnTo>
                  <a:cubicBezTo>
                    <a:pt x="2520" y="10257"/>
                    <a:pt x="2444" y="10167"/>
                    <a:pt x="2384" y="10091"/>
                  </a:cubicBezTo>
                  <a:close/>
                  <a:moveTo>
                    <a:pt x="2867" y="10634"/>
                  </a:moveTo>
                  <a:lnTo>
                    <a:pt x="1901" y="11554"/>
                  </a:lnTo>
                  <a:cubicBezTo>
                    <a:pt x="1916" y="11554"/>
                    <a:pt x="1931" y="11585"/>
                    <a:pt x="1946" y="11585"/>
                  </a:cubicBezTo>
                  <a:lnTo>
                    <a:pt x="1946" y="11585"/>
                  </a:lnTo>
                  <a:lnTo>
                    <a:pt x="1946" y="11585"/>
                  </a:lnTo>
                  <a:lnTo>
                    <a:pt x="1946" y="11585"/>
                  </a:lnTo>
                  <a:lnTo>
                    <a:pt x="1946" y="11600"/>
                  </a:lnTo>
                  <a:lnTo>
                    <a:pt x="1946" y="11600"/>
                  </a:lnTo>
                  <a:lnTo>
                    <a:pt x="1946" y="11600"/>
                  </a:lnTo>
                  <a:lnTo>
                    <a:pt x="1946" y="11600"/>
                  </a:lnTo>
                  <a:lnTo>
                    <a:pt x="1946" y="11600"/>
                  </a:lnTo>
                  <a:lnTo>
                    <a:pt x="1946" y="11600"/>
                  </a:lnTo>
                  <a:lnTo>
                    <a:pt x="1946" y="11600"/>
                  </a:lnTo>
                  <a:lnTo>
                    <a:pt x="1946" y="11600"/>
                  </a:lnTo>
                  <a:lnTo>
                    <a:pt x="1946" y="11615"/>
                  </a:lnTo>
                  <a:lnTo>
                    <a:pt x="1962" y="11615"/>
                  </a:lnTo>
                  <a:lnTo>
                    <a:pt x="1962" y="11615"/>
                  </a:lnTo>
                  <a:lnTo>
                    <a:pt x="1962" y="11615"/>
                  </a:lnTo>
                  <a:lnTo>
                    <a:pt x="1962" y="11615"/>
                  </a:lnTo>
                  <a:lnTo>
                    <a:pt x="1962" y="11615"/>
                  </a:lnTo>
                  <a:lnTo>
                    <a:pt x="1962" y="11615"/>
                  </a:lnTo>
                  <a:lnTo>
                    <a:pt x="1962" y="11615"/>
                  </a:lnTo>
                  <a:lnTo>
                    <a:pt x="1962" y="11615"/>
                  </a:lnTo>
                  <a:lnTo>
                    <a:pt x="2037" y="11615"/>
                  </a:lnTo>
                  <a:lnTo>
                    <a:pt x="2037" y="11615"/>
                  </a:lnTo>
                  <a:lnTo>
                    <a:pt x="2037" y="11615"/>
                  </a:lnTo>
                  <a:lnTo>
                    <a:pt x="2037" y="11615"/>
                  </a:lnTo>
                  <a:lnTo>
                    <a:pt x="2037" y="11615"/>
                  </a:lnTo>
                  <a:lnTo>
                    <a:pt x="2037" y="11615"/>
                  </a:lnTo>
                  <a:lnTo>
                    <a:pt x="2037" y="11615"/>
                  </a:lnTo>
                  <a:lnTo>
                    <a:pt x="2037" y="11615"/>
                  </a:lnTo>
                  <a:lnTo>
                    <a:pt x="2037" y="11615"/>
                  </a:lnTo>
                  <a:lnTo>
                    <a:pt x="2052" y="11615"/>
                  </a:lnTo>
                  <a:lnTo>
                    <a:pt x="2052" y="11615"/>
                  </a:lnTo>
                  <a:lnTo>
                    <a:pt x="2067" y="11630"/>
                  </a:lnTo>
                  <a:lnTo>
                    <a:pt x="2067" y="11630"/>
                  </a:lnTo>
                  <a:lnTo>
                    <a:pt x="2067" y="11630"/>
                  </a:lnTo>
                  <a:lnTo>
                    <a:pt x="2067" y="11630"/>
                  </a:lnTo>
                  <a:lnTo>
                    <a:pt x="2067" y="11630"/>
                  </a:lnTo>
                  <a:lnTo>
                    <a:pt x="2067" y="11630"/>
                  </a:lnTo>
                  <a:lnTo>
                    <a:pt x="2082" y="11630"/>
                  </a:lnTo>
                  <a:lnTo>
                    <a:pt x="2082" y="11630"/>
                  </a:lnTo>
                  <a:lnTo>
                    <a:pt x="2082" y="11630"/>
                  </a:lnTo>
                  <a:lnTo>
                    <a:pt x="2082" y="11630"/>
                  </a:lnTo>
                  <a:lnTo>
                    <a:pt x="2158" y="11705"/>
                  </a:lnTo>
                  <a:lnTo>
                    <a:pt x="3063" y="10725"/>
                  </a:lnTo>
                  <a:cubicBezTo>
                    <a:pt x="2987" y="10665"/>
                    <a:pt x="2912" y="10589"/>
                    <a:pt x="2836" y="10514"/>
                  </a:cubicBezTo>
                  <a:close/>
                  <a:moveTo>
                    <a:pt x="3334" y="11057"/>
                  </a:moveTo>
                  <a:lnTo>
                    <a:pt x="2489" y="12082"/>
                  </a:lnTo>
                  <a:lnTo>
                    <a:pt x="2550" y="12128"/>
                  </a:lnTo>
                  <a:lnTo>
                    <a:pt x="2550" y="12128"/>
                  </a:lnTo>
                  <a:lnTo>
                    <a:pt x="2550" y="12128"/>
                  </a:lnTo>
                  <a:lnTo>
                    <a:pt x="2550" y="12128"/>
                  </a:lnTo>
                  <a:lnTo>
                    <a:pt x="2550" y="12128"/>
                  </a:lnTo>
                  <a:lnTo>
                    <a:pt x="2550" y="12128"/>
                  </a:lnTo>
                  <a:lnTo>
                    <a:pt x="2550" y="12128"/>
                  </a:lnTo>
                  <a:lnTo>
                    <a:pt x="2610" y="12128"/>
                  </a:lnTo>
                  <a:lnTo>
                    <a:pt x="2610" y="12128"/>
                  </a:lnTo>
                  <a:lnTo>
                    <a:pt x="2610" y="12128"/>
                  </a:lnTo>
                  <a:lnTo>
                    <a:pt x="2610" y="12128"/>
                  </a:lnTo>
                  <a:lnTo>
                    <a:pt x="2610" y="12128"/>
                  </a:lnTo>
                  <a:lnTo>
                    <a:pt x="2610" y="12128"/>
                  </a:lnTo>
                  <a:lnTo>
                    <a:pt x="2610" y="12128"/>
                  </a:lnTo>
                  <a:lnTo>
                    <a:pt x="2610" y="12128"/>
                  </a:lnTo>
                  <a:lnTo>
                    <a:pt x="2610" y="12128"/>
                  </a:lnTo>
                  <a:lnTo>
                    <a:pt x="2610" y="12128"/>
                  </a:lnTo>
                  <a:lnTo>
                    <a:pt x="2610" y="12128"/>
                  </a:lnTo>
                  <a:lnTo>
                    <a:pt x="2610" y="12128"/>
                  </a:lnTo>
                  <a:lnTo>
                    <a:pt x="2625" y="12128"/>
                  </a:lnTo>
                  <a:lnTo>
                    <a:pt x="2625" y="12128"/>
                  </a:lnTo>
                  <a:lnTo>
                    <a:pt x="2625" y="12128"/>
                  </a:lnTo>
                  <a:lnTo>
                    <a:pt x="2640" y="12128"/>
                  </a:lnTo>
                  <a:lnTo>
                    <a:pt x="2655" y="12128"/>
                  </a:lnTo>
                  <a:lnTo>
                    <a:pt x="2655" y="12128"/>
                  </a:lnTo>
                  <a:lnTo>
                    <a:pt x="2670" y="12128"/>
                  </a:lnTo>
                  <a:lnTo>
                    <a:pt x="2670" y="12128"/>
                  </a:lnTo>
                  <a:lnTo>
                    <a:pt x="2686" y="12128"/>
                  </a:lnTo>
                  <a:lnTo>
                    <a:pt x="2686" y="12128"/>
                  </a:lnTo>
                  <a:lnTo>
                    <a:pt x="2701" y="12128"/>
                  </a:lnTo>
                  <a:lnTo>
                    <a:pt x="2701" y="12128"/>
                  </a:lnTo>
                  <a:lnTo>
                    <a:pt x="2716" y="12128"/>
                  </a:lnTo>
                  <a:lnTo>
                    <a:pt x="2731" y="12128"/>
                  </a:lnTo>
                  <a:lnTo>
                    <a:pt x="2731" y="12128"/>
                  </a:lnTo>
                  <a:lnTo>
                    <a:pt x="2731" y="12128"/>
                  </a:lnTo>
                  <a:lnTo>
                    <a:pt x="2731" y="12128"/>
                  </a:lnTo>
                  <a:lnTo>
                    <a:pt x="2731" y="12128"/>
                  </a:lnTo>
                  <a:lnTo>
                    <a:pt x="3515" y="11057"/>
                  </a:lnTo>
                  <a:cubicBezTo>
                    <a:pt x="3425" y="10996"/>
                    <a:pt x="3349" y="10936"/>
                    <a:pt x="3259" y="10876"/>
                  </a:cubicBezTo>
                  <a:close/>
                  <a:moveTo>
                    <a:pt x="3847" y="11434"/>
                  </a:moveTo>
                  <a:lnTo>
                    <a:pt x="3138" y="12565"/>
                  </a:lnTo>
                  <a:lnTo>
                    <a:pt x="3168" y="12580"/>
                  </a:lnTo>
                  <a:lnTo>
                    <a:pt x="3168" y="12580"/>
                  </a:lnTo>
                  <a:lnTo>
                    <a:pt x="3168" y="12580"/>
                  </a:lnTo>
                  <a:lnTo>
                    <a:pt x="3183" y="12580"/>
                  </a:lnTo>
                  <a:lnTo>
                    <a:pt x="3183" y="12580"/>
                  </a:lnTo>
                  <a:lnTo>
                    <a:pt x="3198" y="12580"/>
                  </a:lnTo>
                  <a:lnTo>
                    <a:pt x="3213" y="12580"/>
                  </a:lnTo>
                  <a:lnTo>
                    <a:pt x="3213" y="12580"/>
                  </a:lnTo>
                  <a:lnTo>
                    <a:pt x="3364" y="12671"/>
                  </a:lnTo>
                  <a:lnTo>
                    <a:pt x="3379" y="12671"/>
                  </a:lnTo>
                  <a:lnTo>
                    <a:pt x="3394" y="12671"/>
                  </a:lnTo>
                  <a:lnTo>
                    <a:pt x="3425" y="12671"/>
                  </a:lnTo>
                  <a:lnTo>
                    <a:pt x="3425" y="12671"/>
                  </a:lnTo>
                  <a:lnTo>
                    <a:pt x="3425" y="12671"/>
                  </a:lnTo>
                  <a:lnTo>
                    <a:pt x="3440" y="12671"/>
                  </a:lnTo>
                  <a:lnTo>
                    <a:pt x="3440" y="12671"/>
                  </a:lnTo>
                  <a:lnTo>
                    <a:pt x="3455" y="12686"/>
                  </a:lnTo>
                  <a:lnTo>
                    <a:pt x="4103" y="11524"/>
                  </a:lnTo>
                  <a:cubicBezTo>
                    <a:pt x="4013" y="11479"/>
                    <a:pt x="3922" y="11419"/>
                    <a:pt x="3832" y="11358"/>
                  </a:cubicBezTo>
                  <a:close/>
                  <a:moveTo>
                    <a:pt x="4420" y="11751"/>
                  </a:moveTo>
                  <a:lnTo>
                    <a:pt x="3832" y="12942"/>
                  </a:lnTo>
                  <a:cubicBezTo>
                    <a:pt x="3953" y="13003"/>
                    <a:pt x="4058" y="13063"/>
                    <a:pt x="4179" y="13108"/>
                  </a:cubicBezTo>
                  <a:lnTo>
                    <a:pt x="4194" y="13108"/>
                  </a:lnTo>
                  <a:lnTo>
                    <a:pt x="4707" y="11886"/>
                  </a:lnTo>
                  <a:cubicBezTo>
                    <a:pt x="4616" y="11841"/>
                    <a:pt x="4526" y="11796"/>
                    <a:pt x="4420" y="11751"/>
                  </a:cubicBezTo>
                  <a:close/>
                  <a:moveTo>
                    <a:pt x="5008" y="12007"/>
                  </a:moveTo>
                  <a:lnTo>
                    <a:pt x="4571" y="13259"/>
                  </a:lnTo>
                  <a:lnTo>
                    <a:pt x="4797" y="13334"/>
                  </a:lnTo>
                  <a:lnTo>
                    <a:pt x="4858" y="13334"/>
                  </a:lnTo>
                  <a:lnTo>
                    <a:pt x="4948" y="13365"/>
                  </a:lnTo>
                  <a:lnTo>
                    <a:pt x="5310" y="12082"/>
                  </a:lnTo>
                  <a:cubicBezTo>
                    <a:pt x="5205" y="12052"/>
                    <a:pt x="5114" y="12022"/>
                    <a:pt x="5008" y="11992"/>
                  </a:cubicBezTo>
                  <a:close/>
                  <a:moveTo>
                    <a:pt x="5627" y="12173"/>
                  </a:moveTo>
                  <a:lnTo>
                    <a:pt x="5340" y="13470"/>
                  </a:lnTo>
                  <a:cubicBezTo>
                    <a:pt x="5461" y="13500"/>
                    <a:pt x="5597" y="13530"/>
                    <a:pt x="5732" y="13546"/>
                  </a:cubicBezTo>
                  <a:lnTo>
                    <a:pt x="5944" y="12233"/>
                  </a:lnTo>
                  <a:cubicBezTo>
                    <a:pt x="5838" y="12218"/>
                    <a:pt x="5732" y="12203"/>
                    <a:pt x="5627" y="12173"/>
                  </a:cubicBezTo>
                  <a:close/>
                  <a:moveTo>
                    <a:pt x="6260" y="12279"/>
                  </a:moveTo>
                  <a:lnTo>
                    <a:pt x="6125" y="13606"/>
                  </a:lnTo>
                  <a:cubicBezTo>
                    <a:pt x="6260" y="13606"/>
                    <a:pt x="6381" y="13621"/>
                    <a:pt x="6517" y="13621"/>
                  </a:cubicBezTo>
                  <a:lnTo>
                    <a:pt x="6577" y="12309"/>
                  </a:lnTo>
                  <a:cubicBezTo>
                    <a:pt x="6472" y="12309"/>
                    <a:pt x="6366" y="12294"/>
                    <a:pt x="6260" y="12279"/>
                  </a:cubicBezTo>
                  <a:close/>
                  <a:moveTo>
                    <a:pt x="7226" y="12294"/>
                  </a:moveTo>
                  <a:cubicBezTo>
                    <a:pt x="7120" y="12309"/>
                    <a:pt x="7000" y="12309"/>
                    <a:pt x="6894" y="12309"/>
                  </a:cubicBezTo>
                  <a:lnTo>
                    <a:pt x="6924" y="13621"/>
                  </a:lnTo>
                  <a:cubicBezTo>
                    <a:pt x="7045" y="13621"/>
                    <a:pt x="7181" y="13621"/>
                    <a:pt x="7316" y="13606"/>
                  </a:cubicBezTo>
                  <a:lnTo>
                    <a:pt x="7226" y="12294"/>
                  </a:lnTo>
                  <a:close/>
                  <a:moveTo>
                    <a:pt x="7859" y="12203"/>
                  </a:moveTo>
                  <a:cubicBezTo>
                    <a:pt x="7754" y="12233"/>
                    <a:pt x="7648" y="12248"/>
                    <a:pt x="7543" y="12263"/>
                  </a:cubicBezTo>
                  <a:lnTo>
                    <a:pt x="7708" y="13576"/>
                  </a:lnTo>
                  <a:lnTo>
                    <a:pt x="7769" y="13576"/>
                  </a:lnTo>
                  <a:lnTo>
                    <a:pt x="7829" y="13576"/>
                  </a:lnTo>
                  <a:lnTo>
                    <a:pt x="8101" y="13530"/>
                  </a:lnTo>
                  <a:lnTo>
                    <a:pt x="7859" y="12233"/>
                  </a:lnTo>
                  <a:close/>
                  <a:moveTo>
                    <a:pt x="8478" y="12052"/>
                  </a:moveTo>
                  <a:cubicBezTo>
                    <a:pt x="8372" y="12082"/>
                    <a:pt x="8267" y="12113"/>
                    <a:pt x="8176" y="12143"/>
                  </a:cubicBezTo>
                  <a:lnTo>
                    <a:pt x="8493" y="13425"/>
                  </a:lnTo>
                  <a:lnTo>
                    <a:pt x="8598" y="13410"/>
                  </a:lnTo>
                  <a:lnTo>
                    <a:pt x="8614" y="13410"/>
                  </a:lnTo>
                  <a:cubicBezTo>
                    <a:pt x="8704" y="13380"/>
                    <a:pt x="8779" y="13349"/>
                    <a:pt x="8855" y="13334"/>
                  </a:cubicBezTo>
                  <a:lnTo>
                    <a:pt x="8885" y="13334"/>
                  </a:lnTo>
                  <a:lnTo>
                    <a:pt x="8478" y="12067"/>
                  </a:lnTo>
                  <a:close/>
                  <a:moveTo>
                    <a:pt x="9081" y="11826"/>
                  </a:moveTo>
                  <a:cubicBezTo>
                    <a:pt x="8976" y="11871"/>
                    <a:pt x="8885" y="11901"/>
                    <a:pt x="8779" y="11947"/>
                  </a:cubicBezTo>
                  <a:lnTo>
                    <a:pt x="9247" y="13184"/>
                  </a:lnTo>
                  <a:lnTo>
                    <a:pt x="9262" y="13184"/>
                  </a:lnTo>
                  <a:lnTo>
                    <a:pt x="9307" y="13184"/>
                  </a:lnTo>
                  <a:cubicBezTo>
                    <a:pt x="9383" y="13153"/>
                    <a:pt x="9443" y="13123"/>
                    <a:pt x="9519" y="13093"/>
                  </a:cubicBezTo>
                  <a:lnTo>
                    <a:pt x="9549" y="13093"/>
                  </a:lnTo>
                  <a:lnTo>
                    <a:pt x="9549" y="13093"/>
                  </a:lnTo>
                  <a:lnTo>
                    <a:pt x="9549" y="13093"/>
                  </a:lnTo>
                  <a:lnTo>
                    <a:pt x="9609" y="13063"/>
                  </a:lnTo>
                  <a:lnTo>
                    <a:pt x="9066" y="11856"/>
                  </a:lnTo>
                  <a:close/>
                  <a:moveTo>
                    <a:pt x="9639" y="11524"/>
                  </a:moveTo>
                  <a:cubicBezTo>
                    <a:pt x="9549" y="11585"/>
                    <a:pt x="9458" y="11630"/>
                    <a:pt x="9368" y="11690"/>
                  </a:cubicBezTo>
                  <a:lnTo>
                    <a:pt x="9971" y="12867"/>
                  </a:lnTo>
                  <a:lnTo>
                    <a:pt x="10092" y="12791"/>
                  </a:lnTo>
                  <a:lnTo>
                    <a:pt x="10092" y="12791"/>
                  </a:lnTo>
                  <a:lnTo>
                    <a:pt x="10092" y="12791"/>
                  </a:lnTo>
                  <a:lnTo>
                    <a:pt x="10092" y="12791"/>
                  </a:lnTo>
                  <a:lnTo>
                    <a:pt x="10107" y="12791"/>
                  </a:lnTo>
                  <a:lnTo>
                    <a:pt x="10107" y="12791"/>
                  </a:lnTo>
                  <a:lnTo>
                    <a:pt x="10107" y="12791"/>
                  </a:lnTo>
                  <a:lnTo>
                    <a:pt x="10107" y="12791"/>
                  </a:lnTo>
                  <a:lnTo>
                    <a:pt x="10122" y="12791"/>
                  </a:lnTo>
                  <a:lnTo>
                    <a:pt x="10152" y="12791"/>
                  </a:lnTo>
                  <a:lnTo>
                    <a:pt x="10152" y="12791"/>
                  </a:lnTo>
                  <a:lnTo>
                    <a:pt x="10152" y="12791"/>
                  </a:lnTo>
                  <a:lnTo>
                    <a:pt x="10152" y="12791"/>
                  </a:lnTo>
                  <a:lnTo>
                    <a:pt x="10182" y="12791"/>
                  </a:lnTo>
                  <a:lnTo>
                    <a:pt x="10182" y="12791"/>
                  </a:lnTo>
                  <a:lnTo>
                    <a:pt x="10212" y="12791"/>
                  </a:lnTo>
                  <a:lnTo>
                    <a:pt x="10212" y="12791"/>
                  </a:lnTo>
                  <a:lnTo>
                    <a:pt x="10228" y="12791"/>
                  </a:lnTo>
                  <a:lnTo>
                    <a:pt x="10228" y="12791"/>
                  </a:lnTo>
                  <a:lnTo>
                    <a:pt x="10243" y="12791"/>
                  </a:lnTo>
                  <a:lnTo>
                    <a:pt x="10243" y="12791"/>
                  </a:lnTo>
                  <a:lnTo>
                    <a:pt x="10258" y="12791"/>
                  </a:lnTo>
                  <a:lnTo>
                    <a:pt x="10258" y="12791"/>
                  </a:lnTo>
                  <a:lnTo>
                    <a:pt x="10258" y="12791"/>
                  </a:lnTo>
                  <a:lnTo>
                    <a:pt x="10273" y="12791"/>
                  </a:lnTo>
                  <a:lnTo>
                    <a:pt x="10273" y="12791"/>
                  </a:lnTo>
                  <a:lnTo>
                    <a:pt x="10273" y="12791"/>
                  </a:lnTo>
                  <a:lnTo>
                    <a:pt x="10273" y="12791"/>
                  </a:lnTo>
                  <a:lnTo>
                    <a:pt x="9579" y="11660"/>
                  </a:lnTo>
                  <a:close/>
                  <a:moveTo>
                    <a:pt x="10167" y="11162"/>
                  </a:moveTo>
                  <a:cubicBezTo>
                    <a:pt x="10092" y="11223"/>
                    <a:pt x="10001" y="11298"/>
                    <a:pt x="9911" y="11358"/>
                  </a:cubicBezTo>
                  <a:lnTo>
                    <a:pt x="10665" y="12444"/>
                  </a:lnTo>
                  <a:lnTo>
                    <a:pt x="10695" y="12429"/>
                  </a:lnTo>
                  <a:lnTo>
                    <a:pt x="10710" y="12429"/>
                  </a:lnTo>
                  <a:lnTo>
                    <a:pt x="10710" y="12429"/>
                  </a:lnTo>
                  <a:lnTo>
                    <a:pt x="10710" y="12429"/>
                  </a:lnTo>
                  <a:lnTo>
                    <a:pt x="10725" y="12414"/>
                  </a:lnTo>
                  <a:lnTo>
                    <a:pt x="10725" y="12414"/>
                  </a:lnTo>
                  <a:lnTo>
                    <a:pt x="10725" y="12414"/>
                  </a:lnTo>
                  <a:lnTo>
                    <a:pt x="10725" y="12414"/>
                  </a:lnTo>
                  <a:lnTo>
                    <a:pt x="10755" y="12399"/>
                  </a:lnTo>
                  <a:lnTo>
                    <a:pt x="10755" y="12399"/>
                  </a:lnTo>
                  <a:lnTo>
                    <a:pt x="10755" y="12399"/>
                  </a:lnTo>
                  <a:lnTo>
                    <a:pt x="10755" y="12399"/>
                  </a:lnTo>
                  <a:lnTo>
                    <a:pt x="10771" y="12399"/>
                  </a:lnTo>
                  <a:lnTo>
                    <a:pt x="10771" y="12399"/>
                  </a:lnTo>
                  <a:lnTo>
                    <a:pt x="10771" y="12399"/>
                  </a:lnTo>
                  <a:lnTo>
                    <a:pt x="10771" y="12399"/>
                  </a:lnTo>
                  <a:lnTo>
                    <a:pt x="10771" y="12399"/>
                  </a:lnTo>
                  <a:lnTo>
                    <a:pt x="10771" y="12399"/>
                  </a:lnTo>
                  <a:lnTo>
                    <a:pt x="10771" y="12399"/>
                  </a:lnTo>
                  <a:lnTo>
                    <a:pt x="10771" y="12399"/>
                  </a:lnTo>
                  <a:lnTo>
                    <a:pt x="10771" y="12399"/>
                  </a:lnTo>
                  <a:lnTo>
                    <a:pt x="10786" y="12399"/>
                  </a:lnTo>
                  <a:lnTo>
                    <a:pt x="10786" y="12399"/>
                  </a:lnTo>
                  <a:lnTo>
                    <a:pt x="10801" y="12399"/>
                  </a:lnTo>
                  <a:lnTo>
                    <a:pt x="10801" y="12399"/>
                  </a:lnTo>
                  <a:lnTo>
                    <a:pt x="10801" y="12399"/>
                  </a:lnTo>
                  <a:lnTo>
                    <a:pt x="10831" y="12384"/>
                  </a:lnTo>
                  <a:lnTo>
                    <a:pt x="10831" y="12384"/>
                  </a:lnTo>
                  <a:lnTo>
                    <a:pt x="10876" y="12354"/>
                  </a:lnTo>
                  <a:lnTo>
                    <a:pt x="10876" y="12354"/>
                  </a:lnTo>
                  <a:lnTo>
                    <a:pt x="10876" y="12354"/>
                  </a:lnTo>
                  <a:lnTo>
                    <a:pt x="10876" y="12354"/>
                  </a:lnTo>
                  <a:lnTo>
                    <a:pt x="10891" y="12339"/>
                  </a:lnTo>
                  <a:lnTo>
                    <a:pt x="10891" y="12339"/>
                  </a:lnTo>
                  <a:lnTo>
                    <a:pt x="10891" y="12339"/>
                  </a:lnTo>
                  <a:lnTo>
                    <a:pt x="10891" y="12339"/>
                  </a:lnTo>
                  <a:lnTo>
                    <a:pt x="10891" y="12339"/>
                  </a:lnTo>
                  <a:lnTo>
                    <a:pt x="10891" y="12339"/>
                  </a:lnTo>
                  <a:lnTo>
                    <a:pt x="10891" y="12339"/>
                  </a:lnTo>
                  <a:lnTo>
                    <a:pt x="10092" y="11298"/>
                  </a:lnTo>
                  <a:close/>
                  <a:moveTo>
                    <a:pt x="10650" y="10740"/>
                  </a:moveTo>
                  <a:cubicBezTo>
                    <a:pt x="10574" y="10815"/>
                    <a:pt x="10499" y="10891"/>
                    <a:pt x="10424" y="10966"/>
                  </a:cubicBezTo>
                  <a:lnTo>
                    <a:pt x="11298" y="11962"/>
                  </a:lnTo>
                  <a:cubicBezTo>
                    <a:pt x="11344" y="11917"/>
                    <a:pt x="11389" y="11871"/>
                    <a:pt x="11434" y="11841"/>
                  </a:cubicBezTo>
                  <a:lnTo>
                    <a:pt x="11434" y="11841"/>
                  </a:lnTo>
                  <a:lnTo>
                    <a:pt x="11434" y="11841"/>
                  </a:lnTo>
                  <a:lnTo>
                    <a:pt x="11434" y="11841"/>
                  </a:lnTo>
                  <a:lnTo>
                    <a:pt x="11434" y="11841"/>
                  </a:lnTo>
                  <a:lnTo>
                    <a:pt x="11434" y="11841"/>
                  </a:lnTo>
                  <a:lnTo>
                    <a:pt x="11434" y="11841"/>
                  </a:lnTo>
                  <a:lnTo>
                    <a:pt x="11434" y="11841"/>
                  </a:lnTo>
                  <a:lnTo>
                    <a:pt x="11434" y="11841"/>
                  </a:lnTo>
                  <a:lnTo>
                    <a:pt x="11434" y="11841"/>
                  </a:lnTo>
                  <a:lnTo>
                    <a:pt x="11434" y="11841"/>
                  </a:lnTo>
                  <a:lnTo>
                    <a:pt x="11434" y="11841"/>
                  </a:lnTo>
                  <a:lnTo>
                    <a:pt x="11434" y="11841"/>
                  </a:lnTo>
                  <a:lnTo>
                    <a:pt x="11449" y="11841"/>
                  </a:lnTo>
                  <a:lnTo>
                    <a:pt x="11449" y="11841"/>
                  </a:lnTo>
                  <a:lnTo>
                    <a:pt x="11464" y="11841"/>
                  </a:lnTo>
                  <a:lnTo>
                    <a:pt x="11479" y="11826"/>
                  </a:lnTo>
                  <a:lnTo>
                    <a:pt x="11479" y="11826"/>
                  </a:lnTo>
                  <a:lnTo>
                    <a:pt x="11479" y="11826"/>
                  </a:lnTo>
                  <a:lnTo>
                    <a:pt x="11479" y="11826"/>
                  </a:lnTo>
                  <a:lnTo>
                    <a:pt x="11540" y="11766"/>
                  </a:lnTo>
                  <a:lnTo>
                    <a:pt x="10605" y="10815"/>
                  </a:lnTo>
                  <a:close/>
                  <a:moveTo>
                    <a:pt x="11087" y="10272"/>
                  </a:moveTo>
                  <a:cubicBezTo>
                    <a:pt x="11027" y="10348"/>
                    <a:pt x="10952" y="10438"/>
                    <a:pt x="10876" y="10514"/>
                  </a:cubicBezTo>
                  <a:lnTo>
                    <a:pt x="11857" y="11404"/>
                  </a:lnTo>
                  <a:lnTo>
                    <a:pt x="12007" y="11238"/>
                  </a:lnTo>
                  <a:lnTo>
                    <a:pt x="12007" y="11238"/>
                  </a:lnTo>
                  <a:lnTo>
                    <a:pt x="12007" y="11238"/>
                  </a:lnTo>
                  <a:lnTo>
                    <a:pt x="12007" y="11238"/>
                  </a:lnTo>
                  <a:lnTo>
                    <a:pt x="12022" y="11223"/>
                  </a:lnTo>
                  <a:lnTo>
                    <a:pt x="12022" y="11223"/>
                  </a:lnTo>
                  <a:lnTo>
                    <a:pt x="12022" y="11223"/>
                  </a:lnTo>
                  <a:lnTo>
                    <a:pt x="12022" y="11223"/>
                  </a:lnTo>
                  <a:lnTo>
                    <a:pt x="12038" y="11208"/>
                  </a:lnTo>
                  <a:lnTo>
                    <a:pt x="12038" y="11208"/>
                  </a:lnTo>
                  <a:lnTo>
                    <a:pt x="12113" y="11117"/>
                  </a:lnTo>
                  <a:lnTo>
                    <a:pt x="11087" y="10272"/>
                  </a:lnTo>
                  <a:close/>
                  <a:moveTo>
                    <a:pt x="11464" y="9744"/>
                  </a:moveTo>
                  <a:cubicBezTo>
                    <a:pt x="11404" y="9835"/>
                    <a:pt x="11344" y="9925"/>
                    <a:pt x="11283" y="10016"/>
                  </a:cubicBezTo>
                  <a:lnTo>
                    <a:pt x="12369" y="10785"/>
                  </a:lnTo>
                  <a:lnTo>
                    <a:pt x="12475" y="10619"/>
                  </a:lnTo>
                  <a:lnTo>
                    <a:pt x="12475" y="10619"/>
                  </a:lnTo>
                  <a:lnTo>
                    <a:pt x="12475" y="10619"/>
                  </a:lnTo>
                  <a:lnTo>
                    <a:pt x="12475" y="10619"/>
                  </a:lnTo>
                  <a:lnTo>
                    <a:pt x="12475" y="10619"/>
                  </a:lnTo>
                  <a:lnTo>
                    <a:pt x="12475" y="10619"/>
                  </a:lnTo>
                  <a:lnTo>
                    <a:pt x="12475" y="10619"/>
                  </a:lnTo>
                  <a:lnTo>
                    <a:pt x="12475" y="10619"/>
                  </a:lnTo>
                  <a:lnTo>
                    <a:pt x="12475" y="10619"/>
                  </a:lnTo>
                  <a:lnTo>
                    <a:pt x="12475" y="10619"/>
                  </a:lnTo>
                  <a:lnTo>
                    <a:pt x="12475" y="10619"/>
                  </a:lnTo>
                  <a:lnTo>
                    <a:pt x="12475" y="10619"/>
                  </a:lnTo>
                  <a:lnTo>
                    <a:pt x="12475" y="10619"/>
                  </a:lnTo>
                  <a:lnTo>
                    <a:pt x="12475" y="10619"/>
                  </a:lnTo>
                  <a:lnTo>
                    <a:pt x="12475" y="10619"/>
                  </a:lnTo>
                  <a:lnTo>
                    <a:pt x="12475" y="10619"/>
                  </a:lnTo>
                  <a:lnTo>
                    <a:pt x="12475" y="10619"/>
                  </a:lnTo>
                  <a:lnTo>
                    <a:pt x="12475" y="10619"/>
                  </a:lnTo>
                  <a:lnTo>
                    <a:pt x="12475" y="10619"/>
                  </a:lnTo>
                  <a:lnTo>
                    <a:pt x="12475" y="10619"/>
                  </a:lnTo>
                  <a:lnTo>
                    <a:pt x="12475" y="10619"/>
                  </a:lnTo>
                  <a:lnTo>
                    <a:pt x="12475" y="10619"/>
                  </a:lnTo>
                  <a:lnTo>
                    <a:pt x="12475" y="10619"/>
                  </a:lnTo>
                  <a:lnTo>
                    <a:pt x="12475" y="10619"/>
                  </a:lnTo>
                  <a:lnTo>
                    <a:pt x="12475" y="10619"/>
                  </a:lnTo>
                  <a:lnTo>
                    <a:pt x="12475" y="10619"/>
                  </a:lnTo>
                  <a:lnTo>
                    <a:pt x="12475" y="10604"/>
                  </a:lnTo>
                  <a:lnTo>
                    <a:pt x="12475" y="10604"/>
                  </a:lnTo>
                  <a:lnTo>
                    <a:pt x="12475" y="10604"/>
                  </a:lnTo>
                  <a:lnTo>
                    <a:pt x="12475" y="10604"/>
                  </a:lnTo>
                  <a:lnTo>
                    <a:pt x="12475" y="10604"/>
                  </a:lnTo>
                  <a:lnTo>
                    <a:pt x="12475" y="10604"/>
                  </a:lnTo>
                  <a:lnTo>
                    <a:pt x="12490" y="10589"/>
                  </a:lnTo>
                  <a:lnTo>
                    <a:pt x="12490" y="10589"/>
                  </a:lnTo>
                  <a:lnTo>
                    <a:pt x="12490" y="10589"/>
                  </a:lnTo>
                  <a:lnTo>
                    <a:pt x="12490" y="10589"/>
                  </a:lnTo>
                  <a:lnTo>
                    <a:pt x="12490" y="10589"/>
                  </a:lnTo>
                  <a:lnTo>
                    <a:pt x="12490" y="10589"/>
                  </a:lnTo>
                  <a:lnTo>
                    <a:pt x="12490" y="10589"/>
                  </a:lnTo>
                  <a:lnTo>
                    <a:pt x="12490" y="10589"/>
                  </a:lnTo>
                  <a:lnTo>
                    <a:pt x="12490" y="10589"/>
                  </a:lnTo>
                  <a:lnTo>
                    <a:pt x="12490" y="10589"/>
                  </a:lnTo>
                  <a:lnTo>
                    <a:pt x="12490" y="10589"/>
                  </a:lnTo>
                  <a:lnTo>
                    <a:pt x="12490" y="10589"/>
                  </a:lnTo>
                  <a:lnTo>
                    <a:pt x="12490" y="10589"/>
                  </a:lnTo>
                  <a:lnTo>
                    <a:pt x="12490" y="10589"/>
                  </a:lnTo>
                  <a:lnTo>
                    <a:pt x="12490" y="10589"/>
                  </a:lnTo>
                  <a:lnTo>
                    <a:pt x="12490" y="10589"/>
                  </a:lnTo>
                  <a:lnTo>
                    <a:pt x="11359" y="9880"/>
                  </a:lnTo>
                  <a:close/>
                  <a:moveTo>
                    <a:pt x="11781" y="9186"/>
                  </a:moveTo>
                  <a:cubicBezTo>
                    <a:pt x="11736" y="9277"/>
                    <a:pt x="11676" y="9367"/>
                    <a:pt x="11630" y="9473"/>
                  </a:cubicBezTo>
                  <a:lnTo>
                    <a:pt x="12792" y="10106"/>
                  </a:lnTo>
                  <a:lnTo>
                    <a:pt x="12822" y="10061"/>
                  </a:lnTo>
                  <a:lnTo>
                    <a:pt x="12822" y="10061"/>
                  </a:lnTo>
                  <a:lnTo>
                    <a:pt x="12822" y="10061"/>
                  </a:lnTo>
                  <a:lnTo>
                    <a:pt x="12822" y="10061"/>
                  </a:lnTo>
                  <a:lnTo>
                    <a:pt x="12822" y="10046"/>
                  </a:lnTo>
                  <a:lnTo>
                    <a:pt x="12822" y="10046"/>
                  </a:lnTo>
                  <a:lnTo>
                    <a:pt x="12822" y="10046"/>
                  </a:lnTo>
                  <a:lnTo>
                    <a:pt x="12822" y="10046"/>
                  </a:lnTo>
                  <a:lnTo>
                    <a:pt x="12822" y="10046"/>
                  </a:lnTo>
                  <a:lnTo>
                    <a:pt x="12822" y="10046"/>
                  </a:lnTo>
                  <a:lnTo>
                    <a:pt x="12822" y="10046"/>
                  </a:lnTo>
                  <a:lnTo>
                    <a:pt x="12822" y="10046"/>
                  </a:lnTo>
                  <a:lnTo>
                    <a:pt x="12822" y="10031"/>
                  </a:lnTo>
                  <a:lnTo>
                    <a:pt x="12822" y="10031"/>
                  </a:lnTo>
                  <a:lnTo>
                    <a:pt x="12822" y="10031"/>
                  </a:lnTo>
                  <a:lnTo>
                    <a:pt x="12822" y="10031"/>
                  </a:lnTo>
                  <a:lnTo>
                    <a:pt x="12822" y="10031"/>
                  </a:lnTo>
                  <a:lnTo>
                    <a:pt x="12822" y="10031"/>
                  </a:lnTo>
                  <a:lnTo>
                    <a:pt x="12822" y="10031"/>
                  </a:lnTo>
                  <a:lnTo>
                    <a:pt x="12822" y="10031"/>
                  </a:lnTo>
                  <a:lnTo>
                    <a:pt x="12822" y="10031"/>
                  </a:lnTo>
                  <a:lnTo>
                    <a:pt x="12822" y="10031"/>
                  </a:lnTo>
                  <a:lnTo>
                    <a:pt x="12822" y="10031"/>
                  </a:lnTo>
                  <a:lnTo>
                    <a:pt x="12822" y="10031"/>
                  </a:lnTo>
                  <a:lnTo>
                    <a:pt x="12822" y="10031"/>
                  </a:lnTo>
                  <a:lnTo>
                    <a:pt x="12822" y="10031"/>
                  </a:lnTo>
                  <a:lnTo>
                    <a:pt x="12822" y="10031"/>
                  </a:lnTo>
                  <a:lnTo>
                    <a:pt x="12822" y="10031"/>
                  </a:lnTo>
                  <a:lnTo>
                    <a:pt x="12822" y="10031"/>
                  </a:lnTo>
                  <a:lnTo>
                    <a:pt x="12822" y="10031"/>
                  </a:lnTo>
                  <a:lnTo>
                    <a:pt x="12822" y="10031"/>
                  </a:lnTo>
                  <a:lnTo>
                    <a:pt x="12822" y="10031"/>
                  </a:lnTo>
                  <a:lnTo>
                    <a:pt x="12822" y="10031"/>
                  </a:lnTo>
                  <a:lnTo>
                    <a:pt x="12822" y="10031"/>
                  </a:lnTo>
                  <a:lnTo>
                    <a:pt x="12822" y="10031"/>
                  </a:lnTo>
                  <a:lnTo>
                    <a:pt x="12822" y="10031"/>
                  </a:lnTo>
                  <a:lnTo>
                    <a:pt x="12822" y="10031"/>
                  </a:lnTo>
                  <a:lnTo>
                    <a:pt x="12822" y="10031"/>
                  </a:lnTo>
                  <a:lnTo>
                    <a:pt x="12822" y="10016"/>
                  </a:lnTo>
                  <a:lnTo>
                    <a:pt x="12822" y="10016"/>
                  </a:lnTo>
                  <a:lnTo>
                    <a:pt x="12822" y="10016"/>
                  </a:lnTo>
                  <a:lnTo>
                    <a:pt x="12822" y="10016"/>
                  </a:lnTo>
                  <a:lnTo>
                    <a:pt x="12822" y="10016"/>
                  </a:lnTo>
                  <a:lnTo>
                    <a:pt x="12822" y="10016"/>
                  </a:lnTo>
                  <a:lnTo>
                    <a:pt x="12837" y="10001"/>
                  </a:lnTo>
                  <a:lnTo>
                    <a:pt x="12837" y="10001"/>
                  </a:lnTo>
                  <a:lnTo>
                    <a:pt x="12912" y="9850"/>
                  </a:lnTo>
                  <a:lnTo>
                    <a:pt x="11721" y="9277"/>
                  </a:lnTo>
                  <a:close/>
                  <a:moveTo>
                    <a:pt x="12022" y="8583"/>
                  </a:moveTo>
                  <a:cubicBezTo>
                    <a:pt x="11977" y="8689"/>
                    <a:pt x="11947" y="8794"/>
                    <a:pt x="11902" y="8885"/>
                  </a:cubicBezTo>
                  <a:lnTo>
                    <a:pt x="13139" y="9397"/>
                  </a:lnTo>
                  <a:cubicBezTo>
                    <a:pt x="13184" y="9262"/>
                    <a:pt x="13229" y="9141"/>
                    <a:pt x="13274" y="9020"/>
                  </a:cubicBezTo>
                  <a:lnTo>
                    <a:pt x="12022" y="8583"/>
                  </a:lnTo>
                  <a:close/>
                  <a:moveTo>
                    <a:pt x="12188" y="7980"/>
                  </a:moveTo>
                  <a:cubicBezTo>
                    <a:pt x="12173" y="8070"/>
                    <a:pt x="12143" y="8176"/>
                    <a:pt x="12113" y="8281"/>
                  </a:cubicBezTo>
                  <a:lnTo>
                    <a:pt x="13395" y="8643"/>
                  </a:lnTo>
                  <a:cubicBezTo>
                    <a:pt x="13410" y="8598"/>
                    <a:pt x="13410" y="8553"/>
                    <a:pt x="13425" y="8508"/>
                  </a:cubicBezTo>
                  <a:lnTo>
                    <a:pt x="13425" y="8508"/>
                  </a:lnTo>
                  <a:lnTo>
                    <a:pt x="13425" y="8508"/>
                  </a:lnTo>
                  <a:lnTo>
                    <a:pt x="13425" y="8508"/>
                  </a:lnTo>
                  <a:lnTo>
                    <a:pt x="13425" y="8508"/>
                  </a:lnTo>
                  <a:lnTo>
                    <a:pt x="13425" y="8508"/>
                  </a:lnTo>
                  <a:lnTo>
                    <a:pt x="13425" y="8508"/>
                  </a:lnTo>
                  <a:lnTo>
                    <a:pt x="13425" y="8508"/>
                  </a:lnTo>
                  <a:lnTo>
                    <a:pt x="13425" y="8508"/>
                  </a:lnTo>
                  <a:lnTo>
                    <a:pt x="13425" y="8508"/>
                  </a:lnTo>
                  <a:lnTo>
                    <a:pt x="13425" y="8508"/>
                  </a:lnTo>
                  <a:lnTo>
                    <a:pt x="13425" y="8508"/>
                  </a:lnTo>
                  <a:lnTo>
                    <a:pt x="13425" y="8508"/>
                  </a:lnTo>
                  <a:lnTo>
                    <a:pt x="13425" y="8508"/>
                  </a:lnTo>
                  <a:lnTo>
                    <a:pt x="13425" y="8508"/>
                  </a:lnTo>
                  <a:lnTo>
                    <a:pt x="13425" y="8508"/>
                  </a:lnTo>
                  <a:lnTo>
                    <a:pt x="13425" y="8508"/>
                  </a:lnTo>
                  <a:lnTo>
                    <a:pt x="13425" y="8508"/>
                  </a:lnTo>
                  <a:lnTo>
                    <a:pt x="13425" y="8508"/>
                  </a:lnTo>
                  <a:lnTo>
                    <a:pt x="13425" y="8508"/>
                  </a:lnTo>
                  <a:lnTo>
                    <a:pt x="13425" y="8508"/>
                  </a:lnTo>
                  <a:lnTo>
                    <a:pt x="13425" y="8508"/>
                  </a:lnTo>
                  <a:lnTo>
                    <a:pt x="13425" y="8508"/>
                  </a:lnTo>
                  <a:lnTo>
                    <a:pt x="13425" y="8508"/>
                  </a:lnTo>
                  <a:lnTo>
                    <a:pt x="13425" y="8508"/>
                  </a:lnTo>
                  <a:lnTo>
                    <a:pt x="13425" y="8508"/>
                  </a:lnTo>
                  <a:lnTo>
                    <a:pt x="13425" y="8508"/>
                  </a:lnTo>
                  <a:lnTo>
                    <a:pt x="13425" y="8508"/>
                  </a:lnTo>
                  <a:lnTo>
                    <a:pt x="13425" y="8508"/>
                  </a:lnTo>
                  <a:lnTo>
                    <a:pt x="13425" y="8508"/>
                  </a:lnTo>
                  <a:lnTo>
                    <a:pt x="13425" y="8508"/>
                  </a:lnTo>
                  <a:lnTo>
                    <a:pt x="13425" y="8508"/>
                  </a:lnTo>
                  <a:lnTo>
                    <a:pt x="13425" y="8508"/>
                  </a:lnTo>
                  <a:lnTo>
                    <a:pt x="13425" y="8508"/>
                  </a:lnTo>
                  <a:lnTo>
                    <a:pt x="13425" y="8492"/>
                  </a:lnTo>
                  <a:lnTo>
                    <a:pt x="13425" y="8492"/>
                  </a:lnTo>
                  <a:lnTo>
                    <a:pt x="13440" y="8417"/>
                  </a:lnTo>
                  <a:lnTo>
                    <a:pt x="13440" y="8417"/>
                  </a:lnTo>
                  <a:lnTo>
                    <a:pt x="13440" y="8402"/>
                  </a:lnTo>
                  <a:lnTo>
                    <a:pt x="13440" y="8402"/>
                  </a:lnTo>
                  <a:lnTo>
                    <a:pt x="13440" y="8402"/>
                  </a:lnTo>
                  <a:lnTo>
                    <a:pt x="13440" y="8402"/>
                  </a:lnTo>
                  <a:lnTo>
                    <a:pt x="13440" y="8402"/>
                  </a:lnTo>
                  <a:lnTo>
                    <a:pt x="13440" y="8402"/>
                  </a:lnTo>
                  <a:lnTo>
                    <a:pt x="13440" y="8402"/>
                  </a:lnTo>
                  <a:lnTo>
                    <a:pt x="13440" y="8402"/>
                  </a:lnTo>
                  <a:lnTo>
                    <a:pt x="13440" y="8402"/>
                  </a:lnTo>
                  <a:lnTo>
                    <a:pt x="13440" y="8402"/>
                  </a:lnTo>
                  <a:lnTo>
                    <a:pt x="13440" y="8402"/>
                  </a:lnTo>
                  <a:lnTo>
                    <a:pt x="13440" y="8402"/>
                  </a:lnTo>
                  <a:lnTo>
                    <a:pt x="13440" y="8402"/>
                  </a:lnTo>
                  <a:lnTo>
                    <a:pt x="13440" y="8402"/>
                  </a:lnTo>
                  <a:lnTo>
                    <a:pt x="13440" y="8402"/>
                  </a:lnTo>
                  <a:lnTo>
                    <a:pt x="13440" y="8402"/>
                  </a:lnTo>
                  <a:lnTo>
                    <a:pt x="13440" y="8402"/>
                  </a:lnTo>
                  <a:lnTo>
                    <a:pt x="13440" y="8402"/>
                  </a:lnTo>
                  <a:lnTo>
                    <a:pt x="13440" y="8402"/>
                  </a:lnTo>
                  <a:lnTo>
                    <a:pt x="13440" y="8402"/>
                  </a:lnTo>
                  <a:lnTo>
                    <a:pt x="12143" y="8130"/>
                  </a:lnTo>
                  <a:close/>
                  <a:moveTo>
                    <a:pt x="12294" y="7346"/>
                  </a:moveTo>
                  <a:cubicBezTo>
                    <a:pt x="12279" y="7452"/>
                    <a:pt x="12264" y="7557"/>
                    <a:pt x="12249" y="7663"/>
                  </a:cubicBezTo>
                  <a:lnTo>
                    <a:pt x="13561" y="7859"/>
                  </a:lnTo>
                  <a:lnTo>
                    <a:pt x="13561" y="7859"/>
                  </a:lnTo>
                  <a:lnTo>
                    <a:pt x="13561" y="7859"/>
                  </a:lnTo>
                  <a:lnTo>
                    <a:pt x="13561" y="7859"/>
                  </a:lnTo>
                  <a:lnTo>
                    <a:pt x="13561" y="7859"/>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44"/>
                  </a:lnTo>
                  <a:lnTo>
                    <a:pt x="13561" y="7829"/>
                  </a:lnTo>
                  <a:lnTo>
                    <a:pt x="13561" y="7829"/>
                  </a:lnTo>
                  <a:lnTo>
                    <a:pt x="13561" y="7829"/>
                  </a:lnTo>
                  <a:lnTo>
                    <a:pt x="13561" y="7829"/>
                  </a:lnTo>
                  <a:lnTo>
                    <a:pt x="13561" y="7829"/>
                  </a:lnTo>
                  <a:lnTo>
                    <a:pt x="13561" y="7829"/>
                  </a:lnTo>
                  <a:lnTo>
                    <a:pt x="13561" y="7829"/>
                  </a:lnTo>
                  <a:lnTo>
                    <a:pt x="13561" y="7829"/>
                  </a:lnTo>
                  <a:lnTo>
                    <a:pt x="13561" y="7829"/>
                  </a:lnTo>
                  <a:lnTo>
                    <a:pt x="13561" y="7829"/>
                  </a:lnTo>
                  <a:lnTo>
                    <a:pt x="13561" y="7814"/>
                  </a:lnTo>
                  <a:lnTo>
                    <a:pt x="13561" y="7814"/>
                  </a:lnTo>
                  <a:cubicBezTo>
                    <a:pt x="13561" y="7768"/>
                    <a:pt x="13576" y="7738"/>
                    <a:pt x="13576" y="7693"/>
                  </a:cubicBezTo>
                  <a:lnTo>
                    <a:pt x="12264" y="7572"/>
                  </a:lnTo>
                  <a:close/>
                  <a:moveTo>
                    <a:pt x="13636" y="6667"/>
                  </a:moveTo>
                  <a:lnTo>
                    <a:pt x="12324" y="6697"/>
                  </a:lnTo>
                  <a:lnTo>
                    <a:pt x="12324" y="6818"/>
                  </a:lnTo>
                  <a:lnTo>
                    <a:pt x="12324" y="7014"/>
                  </a:lnTo>
                  <a:lnTo>
                    <a:pt x="13636" y="705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69"/>
                  </a:lnTo>
                  <a:lnTo>
                    <a:pt x="13636" y="6954"/>
                  </a:lnTo>
                  <a:lnTo>
                    <a:pt x="13636" y="6954"/>
                  </a:lnTo>
                  <a:lnTo>
                    <a:pt x="13636" y="6667"/>
                  </a:lnTo>
                  <a:close/>
                  <a:moveTo>
                    <a:pt x="13576" y="5868"/>
                  </a:moveTo>
                  <a:lnTo>
                    <a:pt x="12249" y="6064"/>
                  </a:lnTo>
                  <a:cubicBezTo>
                    <a:pt x="12264" y="6170"/>
                    <a:pt x="12279" y="6275"/>
                    <a:pt x="12294" y="6381"/>
                  </a:cubicBezTo>
                  <a:lnTo>
                    <a:pt x="13606" y="6275"/>
                  </a:lnTo>
                  <a:cubicBezTo>
                    <a:pt x="13606" y="6170"/>
                    <a:pt x="13591" y="6064"/>
                    <a:pt x="13576" y="5958"/>
                  </a:cubicBezTo>
                  <a:lnTo>
                    <a:pt x="13576" y="5958"/>
                  </a:lnTo>
                  <a:lnTo>
                    <a:pt x="13576" y="5958"/>
                  </a:lnTo>
                  <a:lnTo>
                    <a:pt x="13576" y="5958"/>
                  </a:lnTo>
                  <a:lnTo>
                    <a:pt x="13576" y="5958"/>
                  </a:lnTo>
                  <a:lnTo>
                    <a:pt x="13576" y="5958"/>
                  </a:lnTo>
                  <a:lnTo>
                    <a:pt x="13576" y="5958"/>
                  </a:lnTo>
                  <a:lnTo>
                    <a:pt x="13576" y="5958"/>
                  </a:lnTo>
                  <a:lnTo>
                    <a:pt x="13576" y="5958"/>
                  </a:lnTo>
                  <a:lnTo>
                    <a:pt x="13576" y="5958"/>
                  </a:lnTo>
                  <a:cubicBezTo>
                    <a:pt x="13576" y="5943"/>
                    <a:pt x="13576" y="5928"/>
                    <a:pt x="13576" y="5913"/>
                  </a:cubicBezTo>
                  <a:close/>
                  <a:moveTo>
                    <a:pt x="13425" y="5099"/>
                  </a:moveTo>
                  <a:lnTo>
                    <a:pt x="12143" y="5430"/>
                  </a:lnTo>
                  <a:cubicBezTo>
                    <a:pt x="12158" y="5536"/>
                    <a:pt x="12188" y="5642"/>
                    <a:pt x="12204" y="5732"/>
                  </a:cubicBezTo>
                  <a:lnTo>
                    <a:pt x="13516" y="5476"/>
                  </a:lnTo>
                  <a:cubicBezTo>
                    <a:pt x="13516" y="5445"/>
                    <a:pt x="13501" y="5415"/>
                    <a:pt x="13486" y="5385"/>
                  </a:cubicBezTo>
                  <a:lnTo>
                    <a:pt x="13486" y="5385"/>
                  </a:lnTo>
                  <a:lnTo>
                    <a:pt x="13486" y="5385"/>
                  </a:lnTo>
                  <a:lnTo>
                    <a:pt x="13486" y="5385"/>
                  </a:lnTo>
                  <a:lnTo>
                    <a:pt x="13486" y="5385"/>
                  </a:lnTo>
                  <a:lnTo>
                    <a:pt x="13486" y="5385"/>
                  </a:lnTo>
                  <a:lnTo>
                    <a:pt x="13486" y="5385"/>
                  </a:lnTo>
                  <a:lnTo>
                    <a:pt x="13486" y="5385"/>
                  </a:lnTo>
                  <a:lnTo>
                    <a:pt x="13486" y="5385"/>
                  </a:lnTo>
                  <a:lnTo>
                    <a:pt x="13486" y="5385"/>
                  </a:lnTo>
                  <a:lnTo>
                    <a:pt x="13486" y="5385"/>
                  </a:lnTo>
                  <a:lnTo>
                    <a:pt x="13486" y="5385"/>
                  </a:lnTo>
                  <a:lnTo>
                    <a:pt x="13486" y="5370"/>
                  </a:lnTo>
                  <a:lnTo>
                    <a:pt x="13486" y="5370"/>
                  </a:lnTo>
                  <a:cubicBezTo>
                    <a:pt x="13471" y="5295"/>
                    <a:pt x="13455" y="5204"/>
                    <a:pt x="13425" y="5129"/>
                  </a:cubicBezTo>
                  <a:close/>
                  <a:moveTo>
                    <a:pt x="13169" y="4344"/>
                  </a:moveTo>
                  <a:lnTo>
                    <a:pt x="11932" y="4827"/>
                  </a:lnTo>
                  <a:cubicBezTo>
                    <a:pt x="11977" y="4918"/>
                    <a:pt x="12007" y="5023"/>
                    <a:pt x="12038" y="5129"/>
                  </a:cubicBezTo>
                  <a:lnTo>
                    <a:pt x="13305" y="4706"/>
                  </a:lnTo>
                  <a:cubicBezTo>
                    <a:pt x="13305" y="4691"/>
                    <a:pt x="13305" y="4676"/>
                    <a:pt x="13290" y="4661"/>
                  </a:cubicBezTo>
                  <a:lnTo>
                    <a:pt x="13290" y="4661"/>
                  </a:lnTo>
                  <a:lnTo>
                    <a:pt x="13290" y="4661"/>
                  </a:lnTo>
                  <a:lnTo>
                    <a:pt x="13290" y="4661"/>
                  </a:lnTo>
                  <a:lnTo>
                    <a:pt x="13290" y="4661"/>
                  </a:lnTo>
                  <a:lnTo>
                    <a:pt x="13290" y="4661"/>
                  </a:lnTo>
                  <a:lnTo>
                    <a:pt x="13290" y="4661"/>
                  </a:lnTo>
                  <a:lnTo>
                    <a:pt x="13290" y="4661"/>
                  </a:lnTo>
                  <a:lnTo>
                    <a:pt x="13290" y="4661"/>
                  </a:lnTo>
                  <a:lnTo>
                    <a:pt x="13290" y="4661"/>
                  </a:lnTo>
                  <a:lnTo>
                    <a:pt x="13290" y="4661"/>
                  </a:lnTo>
                  <a:lnTo>
                    <a:pt x="13290" y="4661"/>
                  </a:lnTo>
                  <a:lnTo>
                    <a:pt x="13290" y="4661"/>
                  </a:lnTo>
                  <a:lnTo>
                    <a:pt x="13290" y="4661"/>
                  </a:lnTo>
                  <a:cubicBezTo>
                    <a:pt x="13259" y="4571"/>
                    <a:pt x="13229" y="4465"/>
                    <a:pt x="13184" y="4375"/>
                  </a:cubicBezTo>
                  <a:close/>
                  <a:moveTo>
                    <a:pt x="12837" y="3620"/>
                  </a:moveTo>
                  <a:lnTo>
                    <a:pt x="11660" y="4239"/>
                  </a:lnTo>
                  <a:cubicBezTo>
                    <a:pt x="11706" y="4329"/>
                    <a:pt x="11751" y="4435"/>
                    <a:pt x="11796" y="4525"/>
                  </a:cubicBezTo>
                  <a:lnTo>
                    <a:pt x="13003" y="3967"/>
                  </a:lnTo>
                  <a:lnTo>
                    <a:pt x="13003" y="3967"/>
                  </a:lnTo>
                  <a:lnTo>
                    <a:pt x="13003" y="3967"/>
                  </a:lnTo>
                  <a:lnTo>
                    <a:pt x="13003" y="3952"/>
                  </a:lnTo>
                  <a:lnTo>
                    <a:pt x="13003" y="3952"/>
                  </a:lnTo>
                  <a:lnTo>
                    <a:pt x="13003" y="3952"/>
                  </a:lnTo>
                  <a:lnTo>
                    <a:pt x="13003" y="3952"/>
                  </a:lnTo>
                  <a:lnTo>
                    <a:pt x="13003" y="3952"/>
                  </a:lnTo>
                  <a:lnTo>
                    <a:pt x="13003" y="3952"/>
                  </a:lnTo>
                  <a:lnTo>
                    <a:pt x="13003" y="3952"/>
                  </a:lnTo>
                  <a:lnTo>
                    <a:pt x="13003" y="3952"/>
                  </a:lnTo>
                  <a:lnTo>
                    <a:pt x="13003" y="3952"/>
                  </a:lnTo>
                  <a:lnTo>
                    <a:pt x="13003" y="3952"/>
                  </a:lnTo>
                  <a:lnTo>
                    <a:pt x="13003" y="3952"/>
                  </a:lnTo>
                  <a:lnTo>
                    <a:pt x="13003" y="3952"/>
                  </a:lnTo>
                  <a:lnTo>
                    <a:pt x="13003" y="3952"/>
                  </a:lnTo>
                  <a:lnTo>
                    <a:pt x="13003" y="3952"/>
                  </a:lnTo>
                  <a:lnTo>
                    <a:pt x="13003" y="3952"/>
                  </a:lnTo>
                  <a:lnTo>
                    <a:pt x="13003" y="3952"/>
                  </a:lnTo>
                  <a:lnTo>
                    <a:pt x="13003" y="3952"/>
                  </a:lnTo>
                  <a:lnTo>
                    <a:pt x="13003" y="3952"/>
                  </a:lnTo>
                  <a:lnTo>
                    <a:pt x="13003" y="3952"/>
                  </a:lnTo>
                  <a:lnTo>
                    <a:pt x="13003" y="3952"/>
                  </a:lnTo>
                  <a:lnTo>
                    <a:pt x="13003" y="3952"/>
                  </a:lnTo>
                  <a:lnTo>
                    <a:pt x="13003" y="3952"/>
                  </a:lnTo>
                  <a:lnTo>
                    <a:pt x="13003" y="3952"/>
                  </a:lnTo>
                  <a:lnTo>
                    <a:pt x="13003" y="3952"/>
                  </a:lnTo>
                  <a:lnTo>
                    <a:pt x="12988" y="3922"/>
                  </a:lnTo>
                  <a:lnTo>
                    <a:pt x="12988" y="3922"/>
                  </a:lnTo>
                  <a:lnTo>
                    <a:pt x="12988" y="3922"/>
                  </a:lnTo>
                  <a:lnTo>
                    <a:pt x="12988" y="3922"/>
                  </a:lnTo>
                  <a:lnTo>
                    <a:pt x="12988" y="3907"/>
                  </a:lnTo>
                  <a:lnTo>
                    <a:pt x="12988" y="3907"/>
                  </a:lnTo>
                  <a:lnTo>
                    <a:pt x="12988" y="3907"/>
                  </a:lnTo>
                  <a:lnTo>
                    <a:pt x="12988" y="3907"/>
                  </a:lnTo>
                  <a:lnTo>
                    <a:pt x="12988" y="3907"/>
                  </a:lnTo>
                  <a:lnTo>
                    <a:pt x="12988" y="3907"/>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lnTo>
                    <a:pt x="12988" y="3892"/>
                  </a:lnTo>
                  <a:cubicBezTo>
                    <a:pt x="12988" y="3877"/>
                    <a:pt x="12973" y="3862"/>
                    <a:pt x="12973" y="3847"/>
                  </a:cubicBezTo>
                  <a:close/>
                  <a:moveTo>
                    <a:pt x="12430" y="2926"/>
                  </a:moveTo>
                  <a:lnTo>
                    <a:pt x="11344" y="3681"/>
                  </a:lnTo>
                  <a:cubicBezTo>
                    <a:pt x="11404" y="3771"/>
                    <a:pt x="11449" y="3862"/>
                    <a:pt x="11510" y="3952"/>
                  </a:cubicBezTo>
                  <a:lnTo>
                    <a:pt x="12641" y="3258"/>
                  </a:lnTo>
                  <a:cubicBezTo>
                    <a:pt x="12581" y="3153"/>
                    <a:pt x="12505" y="3032"/>
                    <a:pt x="12430" y="2926"/>
                  </a:cubicBezTo>
                  <a:close/>
                  <a:moveTo>
                    <a:pt x="11932" y="2308"/>
                  </a:moveTo>
                  <a:lnTo>
                    <a:pt x="10936" y="3183"/>
                  </a:lnTo>
                  <a:cubicBezTo>
                    <a:pt x="11012" y="3258"/>
                    <a:pt x="11087" y="3349"/>
                    <a:pt x="11148" y="3439"/>
                  </a:cubicBezTo>
                  <a:lnTo>
                    <a:pt x="12188" y="2610"/>
                  </a:lnTo>
                  <a:lnTo>
                    <a:pt x="12188" y="2610"/>
                  </a:lnTo>
                  <a:lnTo>
                    <a:pt x="12188" y="2610"/>
                  </a:lnTo>
                  <a:lnTo>
                    <a:pt x="12188" y="2610"/>
                  </a:lnTo>
                  <a:lnTo>
                    <a:pt x="12188" y="2610"/>
                  </a:lnTo>
                  <a:lnTo>
                    <a:pt x="12188" y="2610"/>
                  </a:lnTo>
                  <a:lnTo>
                    <a:pt x="12188" y="2610"/>
                  </a:lnTo>
                  <a:lnTo>
                    <a:pt x="12188" y="2610"/>
                  </a:lnTo>
                  <a:lnTo>
                    <a:pt x="12188" y="2610"/>
                  </a:lnTo>
                  <a:lnTo>
                    <a:pt x="12188" y="2610"/>
                  </a:lnTo>
                  <a:lnTo>
                    <a:pt x="12188" y="2610"/>
                  </a:lnTo>
                  <a:lnTo>
                    <a:pt x="12188" y="2610"/>
                  </a:lnTo>
                  <a:lnTo>
                    <a:pt x="12188" y="2610"/>
                  </a:lnTo>
                  <a:lnTo>
                    <a:pt x="12188" y="2610"/>
                  </a:lnTo>
                  <a:lnTo>
                    <a:pt x="12188" y="2610"/>
                  </a:lnTo>
                  <a:lnTo>
                    <a:pt x="12188" y="2610"/>
                  </a:lnTo>
                  <a:lnTo>
                    <a:pt x="12188" y="2595"/>
                  </a:lnTo>
                  <a:lnTo>
                    <a:pt x="12188" y="2595"/>
                  </a:lnTo>
                  <a:lnTo>
                    <a:pt x="12188" y="2595"/>
                  </a:lnTo>
                  <a:lnTo>
                    <a:pt x="12188" y="2595"/>
                  </a:lnTo>
                  <a:lnTo>
                    <a:pt x="12188" y="2595"/>
                  </a:lnTo>
                  <a:lnTo>
                    <a:pt x="12188" y="2595"/>
                  </a:lnTo>
                  <a:lnTo>
                    <a:pt x="12188" y="2595"/>
                  </a:lnTo>
                  <a:lnTo>
                    <a:pt x="12188" y="2595"/>
                  </a:lnTo>
                  <a:lnTo>
                    <a:pt x="12188" y="2595"/>
                  </a:lnTo>
                  <a:lnTo>
                    <a:pt x="12188" y="2595"/>
                  </a:lnTo>
                  <a:lnTo>
                    <a:pt x="12188" y="2595"/>
                  </a:lnTo>
                  <a:lnTo>
                    <a:pt x="12188" y="2595"/>
                  </a:lnTo>
                  <a:lnTo>
                    <a:pt x="12188" y="2580"/>
                  </a:lnTo>
                  <a:lnTo>
                    <a:pt x="12188" y="2580"/>
                  </a:lnTo>
                  <a:lnTo>
                    <a:pt x="12188" y="2580"/>
                  </a:lnTo>
                  <a:lnTo>
                    <a:pt x="12188" y="2580"/>
                  </a:lnTo>
                  <a:lnTo>
                    <a:pt x="12188" y="2580"/>
                  </a:lnTo>
                  <a:lnTo>
                    <a:pt x="12188" y="2580"/>
                  </a:lnTo>
                  <a:lnTo>
                    <a:pt x="12188" y="2580"/>
                  </a:lnTo>
                  <a:lnTo>
                    <a:pt x="12188" y="2580"/>
                  </a:lnTo>
                  <a:lnTo>
                    <a:pt x="12188" y="2580"/>
                  </a:lnTo>
                  <a:lnTo>
                    <a:pt x="12188" y="2580"/>
                  </a:lnTo>
                  <a:lnTo>
                    <a:pt x="12188" y="2580"/>
                  </a:lnTo>
                  <a:lnTo>
                    <a:pt x="12188" y="2580"/>
                  </a:lnTo>
                  <a:lnTo>
                    <a:pt x="12188" y="2580"/>
                  </a:lnTo>
                  <a:lnTo>
                    <a:pt x="12188" y="2580"/>
                  </a:lnTo>
                  <a:lnTo>
                    <a:pt x="12188" y="2580"/>
                  </a:lnTo>
                  <a:lnTo>
                    <a:pt x="12188" y="2580"/>
                  </a:lnTo>
                  <a:lnTo>
                    <a:pt x="12188" y="2580"/>
                  </a:lnTo>
                  <a:lnTo>
                    <a:pt x="12188" y="2580"/>
                  </a:lnTo>
                  <a:lnTo>
                    <a:pt x="12188" y="2580"/>
                  </a:lnTo>
                  <a:lnTo>
                    <a:pt x="12188" y="2580"/>
                  </a:lnTo>
                  <a:lnTo>
                    <a:pt x="12188" y="2580"/>
                  </a:lnTo>
                  <a:lnTo>
                    <a:pt x="12188" y="2580"/>
                  </a:lnTo>
                  <a:lnTo>
                    <a:pt x="12188" y="2580"/>
                  </a:lnTo>
                  <a:lnTo>
                    <a:pt x="12188" y="2580"/>
                  </a:lnTo>
                  <a:lnTo>
                    <a:pt x="12188" y="2580"/>
                  </a:lnTo>
                  <a:lnTo>
                    <a:pt x="12188" y="2580"/>
                  </a:lnTo>
                  <a:lnTo>
                    <a:pt x="12188" y="2580"/>
                  </a:lnTo>
                  <a:lnTo>
                    <a:pt x="12188" y="2580"/>
                  </a:lnTo>
                  <a:lnTo>
                    <a:pt x="12188" y="2580"/>
                  </a:lnTo>
                  <a:lnTo>
                    <a:pt x="12188" y="2580"/>
                  </a:lnTo>
                  <a:lnTo>
                    <a:pt x="12188" y="2580"/>
                  </a:lnTo>
                  <a:lnTo>
                    <a:pt x="12188" y="2580"/>
                  </a:lnTo>
                  <a:lnTo>
                    <a:pt x="12188" y="2580"/>
                  </a:lnTo>
                  <a:lnTo>
                    <a:pt x="12173" y="2580"/>
                  </a:lnTo>
                  <a:lnTo>
                    <a:pt x="12173" y="2580"/>
                  </a:lnTo>
                  <a:lnTo>
                    <a:pt x="12173" y="2580"/>
                  </a:lnTo>
                  <a:lnTo>
                    <a:pt x="12173" y="2564"/>
                  </a:lnTo>
                  <a:lnTo>
                    <a:pt x="12173" y="2564"/>
                  </a:lnTo>
                  <a:lnTo>
                    <a:pt x="12173" y="2564"/>
                  </a:lnTo>
                  <a:lnTo>
                    <a:pt x="12173" y="2564"/>
                  </a:lnTo>
                  <a:lnTo>
                    <a:pt x="12173" y="2564"/>
                  </a:lnTo>
                  <a:lnTo>
                    <a:pt x="12173" y="2564"/>
                  </a:lnTo>
                  <a:lnTo>
                    <a:pt x="12143" y="2534"/>
                  </a:lnTo>
                  <a:close/>
                  <a:moveTo>
                    <a:pt x="11374" y="1735"/>
                  </a:moveTo>
                  <a:lnTo>
                    <a:pt x="10484" y="2730"/>
                  </a:lnTo>
                  <a:cubicBezTo>
                    <a:pt x="10559" y="2806"/>
                    <a:pt x="10635" y="2881"/>
                    <a:pt x="10710" y="2957"/>
                  </a:cubicBezTo>
                  <a:lnTo>
                    <a:pt x="11660" y="2006"/>
                  </a:lnTo>
                  <a:cubicBezTo>
                    <a:pt x="11600" y="1946"/>
                    <a:pt x="11525" y="1886"/>
                    <a:pt x="11464" y="1825"/>
                  </a:cubicBezTo>
                  <a:lnTo>
                    <a:pt x="11464" y="1825"/>
                  </a:lnTo>
                  <a:lnTo>
                    <a:pt x="11464" y="1825"/>
                  </a:lnTo>
                  <a:lnTo>
                    <a:pt x="11464" y="1825"/>
                  </a:lnTo>
                  <a:lnTo>
                    <a:pt x="11464" y="1825"/>
                  </a:lnTo>
                  <a:lnTo>
                    <a:pt x="11449" y="1825"/>
                  </a:lnTo>
                  <a:lnTo>
                    <a:pt x="11449" y="1825"/>
                  </a:lnTo>
                  <a:lnTo>
                    <a:pt x="11449" y="1825"/>
                  </a:lnTo>
                  <a:lnTo>
                    <a:pt x="11449" y="1825"/>
                  </a:lnTo>
                  <a:lnTo>
                    <a:pt x="11449" y="1825"/>
                  </a:lnTo>
                  <a:lnTo>
                    <a:pt x="11449" y="1825"/>
                  </a:lnTo>
                  <a:lnTo>
                    <a:pt x="11449" y="1825"/>
                  </a:lnTo>
                  <a:lnTo>
                    <a:pt x="11389" y="1780"/>
                  </a:lnTo>
                  <a:close/>
                  <a:moveTo>
                    <a:pt x="10740" y="1252"/>
                  </a:moveTo>
                  <a:lnTo>
                    <a:pt x="9971" y="2338"/>
                  </a:lnTo>
                  <a:cubicBezTo>
                    <a:pt x="10062" y="2399"/>
                    <a:pt x="10152" y="2459"/>
                    <a:pt x="10228" y="2519"/>
                  </a:cubicBezTo>
                  <a:lnTo>
                    <a:pt x="11057" y="1478"/>
                  </a:lnTo>
                  <a:cubicBezTo>
                    <a:pt x="10952" y="1403"/>
                    <a:pt x="10846" y="1312"/>
                    <a:pt x="10740" y="1237"/>
                  </a:cubicBezTo>
                  <a:close/>
                  <a:moveTo>
                    <a:pt x="10062" y="830"/>
                  </a:moveTo>
                  <a:lnTo>
                    <a:pt x="9428" y="1991"/>
                  </a:lnTo>
                  <a:cubicBezTo>
                    <a:pt x="9534" y="2037"/>
                    <a:pt x="9624" y="2097"/>
                    <a:pt x="9715" y="2157"/>
                  </a:cubicBezTo>
                  <a:lnTo>
                    <a:pt x="10409" y="1026"/>
                  </a:lnTo>
                  <a:cubicBezTo>
                    <a:pt x="10303" y="950"/>
                    <a:pt x="10182" y="890"/>
                    <a:pt x="10062" y="815"/>
                  </a:cubicBezTo>
                  <a:close/>
                  <a:moveTo>
                    <a:pt x="9353" y="483"/>
                  </a:moveTo>
                  <a:lnTo>
                    <a:pt x="8855" y="1720"/>
                  </a:lnTo>
                  <a:cubicBezTo>
                    <a:pt x="8945" y="1750"/>
                    <a:pt x="9036" y="1795"/>
                    <a:pt x="9141" y="1840"/>
                  </a:cubicBezTo>
                  <a:lnTo>
                    <a:pt x="9715" y="649"/>
                  </a:lnTo>
                  <a:cubicBezTo>
                    <a:pt x="9639" y="604"/>
                    <a:pt x="9564" y="573"/>
                    <a:pt x="9503" y="543"/>
                  </a:cubicBezTo>
                  <a:lnTo>
                    <a:pt x="9503" y="543"/>
                  </a:lnTo>
                  <a:lnTo>
                    <a:pt x="9503" y="543"/>
                  </a:lnTo>
                  <a:lnTo>
                    <a:pt x="9503" y="543"/>
                  </a:lnTo>
                  <a:lnTo>
                    <a:pt x="9503" y="543"/>
                  </a:lnTo>
                  <a:lnTo>
                    <a:pt x="9428" y="543"/>
                  </a:lnTo>
                  <a:lnTo>
                    <a:pt x="9368" y="513"/>
                  </a:lnTo>
                  <a:close/>
                  <a:moveTo>
                    <a:pt x="8598" y="226"/>
                  </a:moveTo>
                  <a:lnTo>
                    <a:pt x="8252" y="1509"/>
                  </a:lnTo>
                  <a:cubicBezTo>
                    <a:pt x="8357" y="1539"/>
                    <a:pt x="8448" y="1569"/>
                    <a:pt x="8553" y="1614"/>
                  </a:cubicBezTo>
                  <a:lnTo>
                    <a:pt x="8976" y="347"/>
                  </a:lnTo>
                  <a:lnTo>
                    <a:pt x="8885" y="317"/>
                  </a:lnTo>
                  <a:lnTo>
                    <a:pt x="8855" y="317"/>
                  </a:lnTo>
                  <a:lnTo>
                    <a:pt x="8719" y="272"/>
                  </a:lnTo>
                  <a:lnTo>
                    <a:pt x="8719" y="272"/>
                  </a:lnTo>
                  <a:lnTo>
                    <a:pt x="8719" y="272"/>
                  </a:lnTo>
                  <a:lnTo>
                    <a:pt x="8674" y="272"/>
                  </a:lnTo>
                  <a:lnTo>
                    <a:pt x="8614" y="257"/>
                  </a:lnTo>
                  <a:close/>
                  <a:moveTo>
                    <a:pt x="7814" y="76"/>
                  </a:moveTo>
                  <a:lnTo>
                    <a:pt x="7618" y="1388"/>
                  </a:lnTo>
                  <a:cubicBezTo>
                    <a:pt x="7724" y="1403"/>
                    <a:pt x="7829" y="1418"/>
                    <a:pt x="7935" y="1448"/>
                  </a:cubicBezTo>
                  <a:lnTo>
                    <a:pt x="8206" y="151"/>
                  </a:lnTo>
                  <a:cubicBezTo>
                    <a:pt x="8086" y="121"/>
                    <a:pt x="7950" y="91"/>
                    <a:pt x="7814" y="76"/>
                  </a:cubicBezTo>
                  <a:close/>
                  <a:moveTo>
                    <a:pt x="7015" y="0"/>
                  </a:moveTo>
                  <a:lnTo>
                    <a:pt x="6984" y="1312"/>
                  </a:lnTo>
                  <a:cubicBezTo>
                    <a:pt x="7090" y="1312"/>
                    <a:pt x="7196" y="1312"/>
                    <a:pt x="7301" y="1343"/>
                  </a:cubicBezTo>
                  <a:lnTo>
                    <a:pt x="7422" y="15"/>
                  </a:lnTo>
                  <a:cubicBezTo>
                    <a:pt x="7331" y="15"/>
                    <a:pt x="7241" y="0"/>
                    <a:pt x="7150" y="0"/>
                  </a:cubicBezTo>
                  <a:lnTo>
                    <a:pt x="7015" y="0"/>
                  </a:lnTo>
                  <a:close/>
                </a:path>
              </a:pathLst>
            </a:custGeom>
            <a:gradFill>
              <a:gsLst>
                <a:gs pos="0">
                  <a:schemeClr val="accent2"/>
                </a:gs>
                <a:gs pos="50000">
                  <a:schemeClr val="accent3"/>
                </a:gs>
                <a:gs pos="100000">
                  <a:schemeClr val="accent4"/>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9" u="none" cap="none" strike="noStrike">
                <a:solidFill>
                  <a:srgbClr val="000000"/>
                </a:solidFill>
                <a:latin typeface="Arial"/>
                <a:ea typeface="Arial"/>
                <a:cs typeface="Arial"/>
                <a:sym typeface="Arial"/>
              </a:endParaRPr>
            </a:p>
          </p:txBody>
        </p:sp>
        <p:sp>
          <p:nvSpPr>
            <p:cNvPr id="168" name="Google Shape;168;p15"/>
            <p:cNvSpPr/>
            <p:nvPr/>
          </p:nvSpPr>
          <p:spPr>
            <a:xfrm>
              <a:off x="737204" y="316362"/>
              <a:ext cx="431307" cy="431357"/>
            </a:xfrm>
            <a:custGeom>
              <a:rect b="b" l="l" r="r" t="t"/>
              <a:pathLst>
                <a:path extrusionOk="0" h="8720" w="8719">
                  <a:moveTo>
                    <a:pt x="8719" y="4360"/>
                  </a:moveTo>
                  <a:cubicBezTo>
                    <a:pt x="8719" y="6758"/>
                    <a:pt x="6758" y="8719"/>
                    <a:pt x="4360" y="8719"/>
                  </a:cubicBezTo>
                  <a:cubicBezTo>
                    <a:pt x="1946" y="8719"/>
                    <a:pt x="0" y="6758"/>
                    <a:pt x="0" y="4360"/>
                  </a:cubicBezTo>
                  <a:cubicBezTo>
                    <a:pt x="0" y="1947"/>
                    <a:pt x="1946" y="1"/>
                    <a:pt x="4360" y="1"/>
                  </a:cubicBezTo>
                  <a:cubicBezTo>
                    <a:pt x="6758" y="1"/>
                    <a:pt x="8719" y="1947"/>
                    <a:pt x="8719" y="4360"/>
                  </a:cubicBezTo>
                  <a:close/>
                </a:path>
              </a:pathLst>
            </a:custGeom>
            <a:gradFill>
              <a:gsLst>
                <a:gs pos="0">
                  <a:schemeClr val="accent2"/>
                </a:gs>
                <a:gs pos="50000">
                  <a:schemeClr val="accent3"/>
                </a:gs>
                <a:gs pos="100000">
                  <a:schemeClr val="accent4"/>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9" u="none" cap="none" strike="noStrike">
                <a:solidFill>
                  <a:srgbClr val="000000"/>
                </a:solidFill>
                <a:latin typeface="Arial"/>
                <a:ea typeface="Arial"/>
                <a:cs typeface="Arial"/>
                <a:sym typeface="Arial"/>
              </a:endParaRPr>
            </a:p>
          </p:txBody>
        </p:sp>
      </p:grpSp>
      <p:sp>
        <p:nvSpPr>
          <p:cNvPr id="169" name="Google Shape;169;p15"/>
          <p:cNvSpPr/>
          <p:nvPr/>
        </p:nvSpPr>
        <p:spPr>
          <a:xfrm>
            <a:off x="11274867" y="271400"/>
            <a:ext cx="177999" cy="1622579"/>
          </a:xfrm>
          <a:custGeom>
            <a:rect b="b" l="l" r="r" t="t"/>
            <a:pathLst>
              <a:path extrusionOk="0" h="23245" w="2550">
                <a:moveTo>
                  <a:pt x="0" y="23229"/>
                </a:moveTo>
                <a:lnTo>
                  <a:pt x="15" y="0"/>
                </a:lnTo>
                <a:lnTo>
                  <a:pt x="2550" y="15"/>
                </a:lnTo>
                <a:lnTo>
                  <a:pt x="2519" y="23244"/>
                </a:lnTo>
                <a:close/>
              </a:path>
            </a:pathLst>
          </a:custGeom>
          <a:gradFill>
            <a:gsLst>
              <a:gs pos="0">
                <a:schemeClr val="accent2"/>
              </a:gs>
              <a:gs pos="50000">
                <a:schemeClr val="accent3"/>
              </a:gs>
              <a:gs pos="100000">
                <a:schemeClr val="accent4"/>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9"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16"/>
          <p:cNvPicPr preferRelativeResize="0"/>
          <p:nvPr/>
        </p:nvPicPr>
        <p:blipFill rotWithShape="1">
          <a:blip r:embed="rId3">
            <a:alphaModFix/>
          </a:blip>
          <a:srcRect b="0" l="0" r="0" t="0"/>
          <a:stretch/>
        </p:blipFill>
        <p:spPr>
          <a:xfrm>
            <a:off x="152400" y="152400"/>
            <a:ext cx="11887202" cy="1049615"/>
          </a:xfrm>
          <a:prstGeom prst="rect">
            <a:avLst/>
          </a:prstGeom>
          <a:noFill/>
          <a:ln>
            <a:noFill/>
          </a:ln>
        </p:spPr>
      </p:pic>
      <p:pic>
        <p:nvPicPr>
          <p:cNvPr id="175" name="Google Shape;175;p16"/>
          <p:cNvPicPr preferRelativeResize="0"/>
          <p:nvPr/>
        </p:nvPicPr>
        <p:blipFill rotWithShape="1">
          <a:blip r:embed="rId4">
            <a:alphaModFix/>
          </a:blip>
          <a:srcRect b="0" l="0" r="0" t="0"/>
          <a:stretch/>
        </p:blipFill>
        <p:spPr>
          <a:xfrm>
            <a:off x="152400" y="1354415"/>
            <a:ext cx="11887197" cy="1140044"/>
          </a:xfrm>
          <a:prstGeom prst="rect">
            <a:avLst/>
          </a:prstGeom>
          <a:noFill/>
          <a:ln>
            <a:noFill/>
          </a:ln>
        </p:spPr>
      </p:pic>
      <p:pic>
        <p:nvPicPr>
          <p:cNvPr id="176" name="Google Shape;176;p16"/>
          <p:cNvPicPr preferRelativeResize="0"/>
          <p:nvPr/>
        </p:nvPicPr>
        <p:blipFill rotWithShape="1">
          <a:blip r:embed="rId5">
            <a:alphaModFix/>
          </a:blip>
          <a:srcRect b="0" l="0" r="0" t="0"/>
          <a:stretch/>
        </p:blipFill>
        <p:spPr>
          <a:xfrm>
            <a:off x="228600" y="2646858"/>
            <a:ext cx="11887202" cy="1081825"/>
          </a:xfrm>
          <a:prstGeom prst="rect">
            <a:avLst/>
          </a:prstGeom>
          <a:noFill/>
          <a:ln>
            <a:noFill/>
          </a:ln>
        </p:spPr>
      </p:pic>
      <p:pic>
        <p:nvPicPr>
          <p:cNvPr id="177" name="Google Shape;177;p16"/>
          <p:cNvPicPr preferRelativeResize="0"/>
          <p:nvPr/>
        </p:nvPicPr>
        <p:blipFill rotWithShape="1">
          <a:blip r:embed="rId6">
            <a:alphaModFix/>
          </a:blip>
          <a:srcRect b="0" l="0" r="0" t="0"/>
          <a:stretch/>
        </p:blipFill>
        <p:spPr>
          <a:xfrm>
            <a:off x="228600" y="3881083"/>
            <a:ext cx="11887198" cy="1044320"/>
          </a:xfrm>
          <a:prstGeom prst="rect">
            <a:avLst/>
          </a:prstGeom>
          <a:noFill/>
          <a:ln>
            <a:noFill/>
          </a:ln>
        </p:spPr>
      </p:pic>
      <p:pic>
        <p:nvPicPr>
          <p:cNvPr id="178" name="Google Shape;178;p16"/>
          <p:cNvPicPr preferRelativeResize="0"/>
          <p:nvPr/>
        </p:nvPicPr>
        <p:blipFill rotWithShape="1">
          <a:blip r:embed="rId7">
            <a:alphaModFix/>
          </a:blip>
          <a:srcRect b="0" l="0" r="0" t="0"/>
          <a:stretch/>
        </p:blipFill>
        <p:spPr>
          <a:xfrm>
            <a:off x="228600" y="5077804"/>
            <a:ext cx="11887200" cy="107126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17"/>
          <p:cNvPicPr preferRelativeResize="0"/>
          <p:nvPr/>
        </p:nvPicPr>
        <p:blipFill rotWithShape="1">
          <a:blip r:embed="rId3">
            <a:alphaModFix/>
          </a:blip>
          <a:srcRect b="24404" l="0" r="0" t="0"/>
          <a:stretch/>
        </p:blipFill>
        <p:spPr>
          <a:xfrm>
            <a:off x="1042987" y="690561"/>
            <a:ext cx="9929813" cy="480536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18"/>
          <p:cNvPicPr preferRelativeResize="0"/>
          <p:nvPr/>
        </p:nvPicPr>
        <p:blipFill rotWithShape="1">
          <a:blip r:embed="rId3">
            <a:alphaModFix/>
          </a:blip>
          <a:srcRect b="0" l="0" r="0" t="0"/>
          <a:stretch/>
        </p:blipFill>
        <p:spPr>
          <a:xfrm>
            <a:off x="790575" y="523875"/>
            <a:ext cx="10668000" cy="5810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9"/>
          <p:cNvSpPr/>
          <p:nvPr/>
        </p:nvSpPr>
        <p:spPr>
          <a:xfrm>
            <a:off x="4617113" y="1895474"/>
            <a:ext cx="1170738" cy="29506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Campus</a:t>
            </a:r>
            <a:endParaRPr b="0" i="0" sz="1400" u="none" cap="none" strike="noStrike">
              <a:solidFill>
                <a:srgbClr val="000000"/>
              </a:solidFill>
              <a:latin typeface="Arial"/>
              <a:ea typeface="Arial"/>
              <a:cs typeface="Arial"/>
              <a:sym typeface="Arial"/>
            </a:endParaRPr>
          </a:p>
        </p:txBody>
      </p:sp>
      <p:pic>
        <p:nvPicPr>
          <p:cNvPr id="194" name="Google Shape;194;p19"/>
          <p:cNvPicPr preferRelativeResize="0"/>
          <p:nvPr/>
        </p:nvPicPr>
        <p:blipFill rotWithShape="1">
          <a:blip r:embed="rId3">
            <a:alphaModFix/>
          </a:blip>
          <a:srcRect b="0" l="0" r="0" t="0"/>
          <a:stretch/>
        </p:blipFill>
        <p:spPr>
          <a:xfrm>
            <a:off x="947725" y="1052191"/>
            <a:ext cx="10953750" cy="4057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p20"/>
          <p:cNvPicPr preferRelativeResize="0"/>
          <p:nvPr/>
        </p:nvPicPr>
        <p:blipFill rotWithShape="1">
          <a:blip r:embed="rId3">
            <a:alphaModFix/>
          </a:blip>
          <a:srcRect b="15589" l="0" r="0" t="0"/>
          <a:stretch/>
        </p:blipFill>
        <p:spPr>
          <a:xfrm>
            <a:off x="714374" y="754626"/>
            <a:ext cx="10753726" cy="3731649"/>
          </a:xfrm>
          <a:prstGeom prst="rect">
            <a:avLst/>
          </a:prstGeom>
          <a:noFill/>
          <a:ln>
            <a:noFill/>
          </a:ln>
        </p:spPr>
      </p:pic>
      <p:pic>
        <p:nvPicPr>
          <p:cNvPr id="200" name="Google Shape;200;p20"/>
          <p:cNvPicPr preferRelativeResize="0"/>
          <p:nvPr/>
        </p:nvPicPr>
        <p:blipFill rotWithShape="1">
          <a:blip r:embed="rId4">
            <a:alphaModFix/>
          </a:blip>
          <a:srcRect b="0" l="0" r="0" t="0"/>
          <a:stretch/>
        </p:blipFill>
        <p:spPr>
          <a:xfrm>
            <a:off x="3714750" y="4392027"/>
            <a:ext cx="4048125" cy="209926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1"/>
          <p:cNvSpPr txBox="1"/>
          <p:nvPr/>
        </p:nvSpPr>
        <p:spPr>
          <a:xfrm>
            <a:off x="284703" y="325547"/>
            <a:ext cx="8287797" cy="618630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class Employee: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 constructor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def __init__(self, name, salary, project):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 data members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self.name = name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self.salary = salary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self.project = project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 method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 to display employee's details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def show(self):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 accessing public data member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print("Name: ", self.name, 'Salary:', self.salary)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 method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def work(self):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print(self.name, 'is working on', self.project)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creating object of a class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emp = Employee('Jessa', 8000, 'NLP')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calling public method of the class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emp.show()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emp.work()</a:t>
            </a:r>
            <a:endParaRPr b="1" i="0" sz="1800" u="none" cap="none" strike="noStrike">
              <a:solidFill>
                <a:schemeClr val="dk1"/>
              </a:solidFill>
              <a:latin typeface="Courier New"/>
              <a:ea typeface="Courier New"/>
              <a:cs typeface="Courier New"/>
              <a:sym typeface="Courier New"/>
            </a:endParaRPr>
          </a:p>
        </p:txBody>
      </p:sp>
      <p:sp>
        <p:nvSpPr>
          <p:cNvPr id="206" name="Google Shape;206;p21"/>
          <p:cNvSpPr txBox="1"/>
          <p:nvPr/>
        </p:nvSpPr>
        <p:spPr>
          <a:xfrm>
            <a:off x="6803401" y="279380"/>
            <a:ext cx="5103896" cy="31393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1" lang="en-US" sz="1800" u="none" cap="none" strike="noStrike">
                <a:solidFill>
                  <a:srgbClr val="FF0000"/>
                </a:solidFill>
                <a:latin typeface="Barlow Condensed"/>
                <a:ea typeface="Barlow Condensed"/>
                <a:cs typeface="Barlow Condensed"/>
                <a:sym typeface="Barlow Condensed"/>
              </a:rPr>
              <a:t>Encapsulation allows us to restrict accessing variables and methods directly and prevent accidental data modification by creating private data members and methods within a class.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1" sz="1800" u="none" cap="none" strike="noStrike">
              <a:solidFill>
                <a:srgbClr val="FF0000"/>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1800"/>
              <a:buFont typeface="Arial"/>
              <a:buNone/>
            </a:pPr>
            <a:r>
              <a:rPr b="1" i="1" lang="en-US" sz="1800" u="none" cap="none" strike="noStrike">
                <a:solidFill>
                  <a:srgbClr val="FF0000"/>
                </a:solidFill>
                <a:latin typeface="Barlow Condensed"/>
                <a:ea typeface="Barlow Condensed"/>
                <a:cs typeface="Barlow Condensed"/>
                <a:sym typeface="Barlow Condensed"/>
              </a:rPr>
              <a:t>Encapsulation is a way can restrict access to methods and variables from outside of class. Whenever we are working with the class and dealing with sensitive data, providing access to all variables used within the class is not a good choice.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2"/>
          <p:cNvSpPr txBox="1"/>
          <p:nvPr/>
        </p:nvSpPr>
        <p:spPr>
          <a:xfrm>
            <a:off x="120580" y="442127"/>
            <a:ext cx="11860138"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222222"/>
                </a:solidFill>
                <a:latin typeface="Barlow Condensed"/>
                <a:ea typeface="Barlow Condensed"/>
                <a:cs typeface="Barlow Condensed"/>
                <a:sym typeface="Barlow Condensed"/>
              </a:rPr>
              <a:t>Access modifiers limit access to the variables and methods of a class. Python provides three types of access modifiers private, public, and protected.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222222"/>
              </a:solidFill>
              <a:latin typeface="Barlow Condensed"/>
              <a:ea typeface="Barlow Condensed"/>
              <a:cs typeface="Barlow Condensed"/>
              <a:sym typeface="Barlow Condensed"/>
            </a:endParaRPr>
          </a:p>
          <a:p>
            <a:pPr indent="-127000" lvl="0" marL="0" marR="0" rtl="0" algn="l">
              <a:lnSpc>
                <a:spcPct val="100000"/>
              </a:lnSpc>
              <a:spcBef>
                <a:spcPts val="0"/>
              </a:spcBef>
              <a:spcAft>
                <a:spcPts val="0"/>
              </a:spcAft>
              <a:buClr>
                <a:srgbClr val="222222"/>
              </a:buClr>
              <a:buSzPts val="2000"/>
              <a:buFont typeface="Arial"/>
              <a:buChar char="•"/>
            </a:pPr>
            <a:r>
              <a:rPr b="1" i="0" lang="en-US" sz="2000" u="none" cap="none" strike="noStrike">
                <a:solidFill>
                  <a:srgbClr val="222222"/>
                </a:solidFill>
                <a:latin typeface="Barlow Condensed"/>
                <a:ea typeface="Barlow Condensed"/>
                <a:cs typeface="Barlow Condensed"/>
                <a:sym typeface="Barlow Condensed"/>
              </a:rPr>
              <a:t>Public Member</a:t>
            </a:r>
            <a:r>
              <a:rPr b="0" i="0" lang="en-US" sz="2000" u="none" cap="none" strike="noStrike">
                <a:solidFill>
                  <a:srgbClr val="222222"/>
                </a:solidFill>
                <a:latin typeface="Barlow Condensed"/>
                <a:ea typeface="Barlow Condensed"/>
                <a:cs typeface="Barlow Condensed"/>
                <a:sym typeface="Barlow Condensed"/>
              </a:rPr>
              <a:t>: Accessible anywhere from outside class.</a:t>
            </a:r>
            <a:endParaRPr b="0" i="0" sz="1400" u="none" cap="none" strike="noStrike">
              <a:solidFill>
                <a:srgbClr val="000000"/>
              </a:solidFill>
              <a:latin typeface="Arial"/>
              <a:ea typeface="Arial"/>
              <a:cs typeface="Arial"/>
              <a:sym typeface="Arial"/>
            </a:endParaRPr>
          </a:p>
          <a:p>
            <a:pPr indent="-127000" lvl="0" marL="0" marR="0" rtl="0" algn="l">
              <a:lnSpc>
                <a:spcPct val="100000"/>
              </a:lnSpc>
              <a:spcBef>
                <a:spcPts val="0"/>
              </a:spcBef>
              <a:spcAft>
                <a:spcPts val="0"/>
              </a:spcAft>
              <a:buClr>
                <a:srgbClr val="222222"/>
              </a:buClr>
              <a:buSzPts val="2000"/>
              <a:buFont typeface="Arial"/>
              <a:buChar char="•"/>
            </a:pPr>
            <a:r>
              <a:rPr b="1" i="0" lang="en-US" sz="2000" u="none" cap="none" strike="noStrike">
                <a:solidFill>
                  <a:srgbClr val="222222"/>
                </a:solidFill>
                <a:latin typeface="Barlow Condensed"/>
                <a:ea typeface="Barlow Condensed"/>
                <a:cs typeface="Barlow Condensed"/>
                <a:sym typeface="Barlow Condensed"/>
              </a:rPr>
              <a:t>Private Member</a:t>
            </a:r>
            <a:r>
              <a:rPr b="0" i="0" lang="en-US" sz="2000" u="none" cap="none" strike="noStrike">
                <a:solidFill>
                  <a:srgbClr val="222222"/>
                </a:solidFill>
                <a:latin typeface="Barlow Condensed"/>
                <a:ea typeface="Barlow Condensed"/>
                <a:cs typeface="Barlow Condensed"/>
                <a:sym typeface="Barlow Condensed"/>
              </a:rPr>
              <a:t>: Accessible within the class</a:t>
            </a:r>
            <a:endParaRPr b="0" i="0" sz="1400" u="none" cap="none" strike="noStrike">
              <a:solidFill>
                <a:srgbClr val="000000"/>
              </a:solidFill>
              <a:latin typeface="Arial"/>
              <a:ea typeface="Arial"/>
              <a:cs typeface="Arial"/>
              <a:sym typeface="Arial"/>
            </a:endParaRPr>
          </a:p>
          <a:p>
            <a:pPr indent="-127000" lvl="0" marL="0" marR="0" rtl="0" algn="l">
              <a:lnSpc>
                <a:spcPct val="100000"/>
              </a:lnSpc>
              <a:spcBef>
                <a:spcPts val="0"/>
              </a:spcBef>
              <a:spcAft>
                <a:spcPts val="0"/>
              </a:spcAft>
              <a:buClr>
                <a:srgbClr val="222222"/>
              </a:buClr>
              <a:buSzPts val="2000"/>
              <a:buFont typeface="Arial"/>
              <a:buChar char="•"/>
            </a:pPr>
            <a:r>
              <a:rPr b="1" i="0" lang="en-US" sz="2000" u="none" cap="none" strike="noStrike">
                <a:solidFill>
                  <a:srgbClr val="222222"/>
                </a:solidFill>
                <a:latin typeface="Barlow Condensed"/>
                <a:ea typeface="Barlow Condensed"/>
                <a:cs typeface="Barlow Condensed"/>
                <a:sym typeface="Barlow Condensed"/>
              </a:rPr>
              <a:t>Protected Member</a:t>
            </a:r>
            <a:r>
              <a:rPr b="0" i="0" lang="en-US" sz="2000" u="none" cap="none" strike="noStrike">
                <a:solidFill>
                  <a:srgbClr val="222222"/>
                </a:solidFill>
                <a:latin typeface="Barlow Condensed"/>
                <a:ea typeface="Barlow Condensed"/>
                <a:cs typeface="Barlow Condensed"/>
                <a:sym typeface="Barlow Condensed"/>
              </a:rPr>
              <a:t>: Accessible within the class and its sub-classes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Barlow Condensed"/>
              <a:ea typeface="Barlow Condensed"/>
              <a:cs typeface="Barlow Condensed"/>
              <a:sym typeface="Barlow Condensed"/>
            </a:endParaRPr>
          </a:p>
        </p:txBody>
      </p:sp>
      <p:pic>
        <p:nvPicPr>
          <p:cNvPr id="212" name="Google Shape;212;p22"/>
          <p:cNvPicPr preferRelativeResize="0"/>
          <p:nvPr/>
        </p:nvPicPr>
        <p:blipFill rotWithShape="1">
          <a:blip r:embed="rId3">
            <a:alphaModFix/>
          </a:blip>
          <a:srcRect b="0" l="0" r="0" t="0"/>
          <a:stretch/>
        </p:blipFill>
        <p:spPr>
          <a:xfrm>
            <a:off x="984738" y="2688896"/>
            <a:ext cx="10319658" cy="386262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3"/>
          <p:cNvSpPr txBox="1"/>
          <p:nvPr/>
        </p:nvSpPr>
        <p:spPr>
          <a:xfrm>
            <a:off x="344155" y="158487"/>
            <a:ext cx="11673673"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rgbClr val="1C2B41"/>
                </a:solidFill>
                <a:latin typeface="Barlow Condensed"/>
                <a:ea typeface="Barlow Condensed"/>
                <a:cs typeface="Barlow Condensed"/>
                <a:sym typeface="Barlow Condensed"/>
              </a:rPr>
              <a:t>Public Member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rgbClr val="222222"/>
                </a:solidFill>
                <a:latin typeface="Barlow Condensed"/>
                <a:ea typeface="Barlow Condensed"/>
                <a:cs typeface="Barlow Condensed"/>
                <a:sym typeface="Barlow Condensed"/>
              </a:rPr>
              <a:t>Public data members are accessible within and outside of a class. All member variables of the class are by default public.</a:t>
            </a:r>
            <a:endParaRPr b="0" i="0" sz="1400" u="none" cap="none" strike="noStrike">
              <a:solidFill>
                <a:srgbClr val="000000"/>
              </a:solidFill>
              <a:latin typeface="Arial"/>
              <a:ea typeface="Arial"/>
              <a:cs typeface="Arial"/>
              <a:sym typeface="Arial"/>
            </a:endParaRPr>
          </a:p>
        </p:txBody>
      </p:sp>
      <p:sp>
        <p:nvSpPr>
          <p:cNvPr id="218" name="Google Shape;218;p23"/>
          <p:cNvSpPr txBox="1"/>
          <p:nvPr/>
        </p:nvSpPr>
        <p:spPr>
          <a:xfrm>
            <a:off x="957106" y="936904"/>
            <a:ext cx="10256854" cy="51706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class Employee: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 constructor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def __init__(self, name, salary):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 public data members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self.name = name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self.salary = salary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 public instance methods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def show(self):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 accessing public data member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print("Name: ", self.name, 'Salary:', self.salary)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creating object of a class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emp = Employee('Jessa', 10000)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accessing public data members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print("Name: ", emp.name, 'Salary:', emp.salary)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calling public method of the class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emp.show()</a:t>
            </a:r>
            <a:endParaRPr b="1" i="0" sz="18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4"/>
          <p:cNvSpPr txBox="1"/>
          <p:nvPr/>
        </p:nvSpPr>
        <p:spPr>
          <a:xfrm>
            <a:off x="303962" y="147100"/>
            <a:ext cx="11643527" cy="92333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n-US" sz="1800" u="none" cap="none" strike="noStrike">
                <a:solidFill>
                  <a:srgbClr val="1C2B41"/>
                </a:solidFill>
                <a:latin typeface="Barlow Condensed"/>
                <a:ea typeface="Barlow Condensed"/>
                <a:cs typeface="Barlow Condensed"/>
                <a:sym typeface="Barlow Condensed"/>
              </a:rPr>
              <a:t>Private Member</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rgbClr val="222222"/>
                </a:solidFill>
                <a:latin typeface="Barlow Condensed"/>
                <a:ea typeface="Barlow Condensed"/>
                <a:cs typeface="Barlow Condensed"/>
                <a:sym typeface="Barlow Condensed"/>
              </a:rPr>
              <a:t>We can protect variables in the class by marking them private. To define a private variable, add two underscores as a prefix at the start of a variable name. Private members are accessible only within the class, and we can’t access them directly from the class objects.</a:t>
            </a:r>
            <a:endParaRPr b="0" i="0" sz="1400" u="none" cap="none" strike="noStrike">
              <a:solidFill>
                <a:srgbClr val="000000"/>
              </a:solidFill>
              <a:latin typeface="Arial"/>
              <a:ea typeface="Arial"/>
              <a:cs typeface="Arial"/>
              <a:sym typeface="Arial"/>
            </a:endParaRPr>
          </a:p>
        </p:txBody>
      </p:sp>
      <p:sp>
        <p:nvSpPr>
          <p:cNvPr id="224" name="Google Shape;224;p24"/>
          <p:cNvSpPr txBox="1"/>
          <p:nvPr/>
        </p:nvSpPr>
        <p:spPr>
          <a:xfrm>
            <a:off x="746091" y="1203015"/>
            <a:ext cx="6094324" cy="369331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urier New"/>
                <a:ea typeface="Courier New"/>
                <a:cs typeface="Courier New"/>
                <a:sym typeface="Courier New"/>
              </a:rPr>
              <a:t>class Employee: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urier New"/>
                <a:ea typeface="Courier New"/>
                <a:cs typeface="Courier New"/>
                <a:sym typeface="Courier New"/>
              </a:rPr>
              <a:t>    # constructor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urier New"/>
                <a:ea typeface="Courier New"/>
                <a:cs typeface="Courier New"/>
                <a:sym typeface="Courier New"/>
              </a:rPr>
              <a:t>    def __init__(self, name, salary):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urier New"/>
                <a:ea typeface="Courier New"/>
                <a:cs typeface="Courier New"/>
                <a:sym typeface="Courier New"/>
              </a:rPr>
              <a:t>        # public data member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urier New"/>
                <a:ea typeface="Courier New"/>
                <a:cs typeface="Courier New"/>
                <a:sym typeface="Courier New"/>
              </a:rPr>
              <a:t>        self.name = name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urier New"/>
                <a:ea typeface="Courier New"/>
                <a:cs typeface="Courier New"/>
                <a:sym typeface="Courier New"/>
              </a:rPr>
              <a:t>        # private member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urier New"/>
                <a:ea typeface="Courier New"/>
                <a:cs typeface="Courier New"/>
                <a:sym typeface="Courier New"/>
              </a:rPr>
              <a:t>        self.__salary = salary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urier New"/>
                <a:ea typeface="Courier New"/>
                <a:cs typeface="Courier New"/>
                <a:sym typeface="Courier New"/>
              </a:rPr>
              <a:t># creating object of a class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urier New"/>
                <a:ea typeface="Courier New"/>
                <a:cs typeface="Courier New"/>
                <a:sym typeface="Courier New"/>
              </a:rPr>
              <a:t>emp = Employee('Jessa', 10000)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urier New"/>
                <a:ea typeface="Courier New"/>
                <a:cs typeface="Courier New"/>
                <a:sym typeface="Courier New"/>
              </a:rPr>
              <a:t># accessing private data members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urier New"/>
                <a:ea typeface="Courier New"/>
                <a:cs typeface="Courier New"/>
                <a:sym typeface="Courier New"/>
              </a:rPr>
              <a:t>print('Salary:', emp.__salary)</a:t>
            </a:r>
            <a:endParaRPr b="1" i="0" sz="1800" u="none" cap="none" strike="noStrike">
              <a:solidFill>
                <a:schemeClr val="dk1"/>
              </a:solidFill>
              <a:latin typeface="Courier New"/>
              <a:ea typeface="Courier New"/>
              <a:cs typeface="Courier New"/>
              <a:sym typeface="Courier New"/>
            </a:endParaRPr>
          </a:p>
        </p:txBody>
      </p:sp>
      <p:sp>
        <p:nvSpPr>
          <p:cNvPr id="225" name="Google Shape;225;p24"/>
          <p:cNvSpPr/>
          <p:nvPr/>
        </p:nvSpPr>
        <p:spPr>
          <a:xfrm>
            <a:off x="5351585" y="2736810"/>
            <a:ext cx="6094323" cy="343643"/>
          </a:xfrm>
          <a:prstGeom prst="rect">
            <a:avLst/>
          </a:prstGeom>
          <a:solidFill>
            <a:srgbClr val="383B40"/>
          </a:solidFill>
          <a:ln>
            <a:noFill/>
          </a:ln>
        </p:spPr>
        <p:txBody>
          <a:bodyPr anchorCtr="0" anchor="ctr" bIns="126950" lIns="0" spcFirstLastPara="1" rIns="0" wrap="square" tIns="0">
            <a:noAutofit/>
          </a:bodyPr>
          <a:lstStyle/>
          <a:p>
            <a:pPr indent="0" lvl="0" marL="0" marR="0" rtl="0" algn="l">
              <a:lnSpc>
                <a:spcPct val="100000"/>
              </a:lnSpc>
              <a:spcBef>
                <a:spcPts val="0"/>
              </a:spcBef>
              <a:spcAft>
                <a:spcPts val="0"/>
              </a:spcAft>
              <a:buClr>
                <a:srgbClr val="DDDDDD"/>
              </a:buClr>
              <a:buSzPts val="1400"/>
              <a:buFont typeface="Consolas"/>
              <a:buNone/>
            </a:pPr>
            <a:r>
              <a:rPr b="0" i="0" lang="en-US" sz="1400" u="none" cap="none" strike="noStrike">
                <a:solidFill>
                  <a:srgbClr val="DDDDDD"/>
                </a:solidFill>
                <a:latin typeface="Consolas"/>
                <a:ea typeface="Consolas"/>
                <a:cs typeface="Consolas"/>
                <a:sym typeface="Consolas"/>
              </a:rPr>
              <a:t>AttributeError: 'Employee' object has no attribute '__salary'</a:t>
            </a:r>
            <a:r>
              <a:rPr b="0" i="0" lang="en-US" sz="1100" u="none" cap="none" strike="noStrike">
                <a:solidFill>
                  <a:schemeClr val="dk1"/>
                </a:solidFill>
                <a:latin typeface="Calibri"/>
                <a:ea typeface="Calibri"/>
                <a:cs typeface="Calibri"/>
                <a:sym typeface="Calibri"/>
              </a:rPr>
              <a:t> </a:t>
            </a:r>
            <a:endParaRPr b="0" i="0" sz="3200" u="none" cap="none" strike="noStrike">
              <a:solidFill>
                <a:schemeClr val="dk1"/>
              </a:solidFill>
              <a:latin typeface="Arial"/>
              <a:ea typeface="Arial"/>
              <a:cs typeface="Arial"/>
              <a:sym typeface="Arial"/>
            </a:endParaRPr>
          </a:p>
        </p:txBody>
      </p:sp>
      <p:sp>
        <p:nvSpPr>
          <p:cNvPr id="226" name="Google Shape;226;p24"/>
          <p:cNvSpPr txBox="1"/>
          <p:nvPr/>
        </p:nvSpPr>
        <p:spPr>
          <a:xfrm>
            <a:off x="6219930" y="2265669"/>
            <a:ext cx="80182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Barlow Condensed"/>
                <a:ea typeface="Barlow Condensed"/>
                <a:cs typeface="Barlow Condensed"/>
                <a:sym typeface="Barlow Condensed"/>
              </a:rPr>
              <a:t>Output: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5"/>
          <p:cNvSpPr txBox="1"/>
          <p:nvPr/>
        </p:nvSpPr>
        <p:spPr>
          <a:xfrm>
            <a:off x="113045" y="0"/>
            <a:ext cx="10920046" cy="120032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rgbClr val="222222"/>
                </a:solidFill>
                <a:latin typeface="Barlow Condensed"/>
                <a:ea typeface="Barlow Condensed"/>
                <a:cs typeface="Barlow Condensed"/>
                <a:sym typeface="Barlow Condensed"/>
              </a:rPr>
              <a:t>We can access private members from outside of a class using the following two approaches</a:t>
            </a:r>
            <a:endParaRPr b="0" i="0" sz="1400" u="none" cap="none" strike="noStrike">
              <a:solidFill>
                <a:srgbClr val="000000"/>
              </a:solidFill>
              <a:latin typeface="Arial"/>
              <a:ea typeface="Arial"/>
              <a:cs typeface="Arial"/>
              <a:sym typeface="Arial"/>
            </a:endParaRPr>
          </a:p>
          <a:p>
            <a:pPr indent="-152400" lvl="0" marL="0" marR="0" rtl="0" algn="just">
              <a:lnSpc>
                <a:spcPct val="100000"/>
              </a:lnSpc>
              <a:spcBef>
                <a:spcPts val="0"/>
              </a:spcBef>
              <a:spcAft>
                <a:spcPts val="0"/>
              </a:spcAft>
              <a:buClr>
                <a:srgbClr val="222222"/>
              </a:buClr>
              <a:buSzPts val="2400"/>
              <a:buFont typeface="Arial"/>
              <a:buChar char="•"/>
            </a:pPr>
            <a:r>
              <a:rPr b="0" i="0" lang="en-US" sz="2400" u="none" cap="none" strike="noStrike">
                <a:solidFill>
                  <a:srgbClr val="222222"/>
                </a:solidFill>
                <a:latin typeface="Barlow Condensed"/>
                <a:ea typeface="Barlow Condensed"/>
                <a:cs typeface="Barlow Condensed"/>
                <a:sym typeface="Barlow Condensed"/>
              </a:rPr>
              <a:t>Create public method to access private members</a:t>
            </a:r>
            <a:endParaRPr b="0" i="0" sz="1400" u="none" cap="none" strike="noStrike">
              <a:solidFill>
                <a:srgbClr val="000000"/>
              </a:solidFill>
              <a:latin typeface="Arial"/>
              <a:ea typeface="Arial"/>
              <a:cs typeface="Arial"/>
              <a:sym typeface="Arial"/>
            </a:endParaRPr>
          </a:p>
          <a:p>
            <a:pPr indent="-152400" lvl="0" marL="0" marR="0" rtl="0" algn="just">
              <a:lnSpc>
                <a:spcPct val="100000"/>
              </a:lnSpc>
              <a:spcBef>
                <a:spcPts val="0"/>
              </a:spcBef>
              <a:spcAft>
                <a:spcPts val="0"/>
              </a:spcAft>
              <a:buClr>
                <a:srgbClr val="222222"/>
              </a:buClr>
              <a:buSzPts val="2400"/>
              <a:buFont typeface="Arial"/>
              <a:buChar char="•"/>
            </a:pPr>
            <a:r>
              <a:rPr b="0" i="0" lang="en-US" sz="2400" u="none" cap="none" strike="noStrike">
                <a:solidFill>
                  <a:srgbClr val="222222"/>
                </a:solidFill>
                <a:latin typeface="Barlow Condensed"/>
                <a:ea typeface="Barlow Condensed"/>
                <a:cs typeface="Barlow Condensed"/>
                <a:sym typeface="Barlow Condensed"/>
              </a:rPr>
              <a:t>Use name mangling</a:t>
            </a:r>
            <a:endParaRPr b="0" i="0" sz="1400" u="none" cap="none" strike="noStrike">
              <a:solidFill>
                <a:srgbClr val="000000"/>
              </a:solidFill>
              <a:latin typeface="Arial"/>
              <a:ea typeface="Arial"/>
              <a:cs typeface="Arial"/>
              <a:sym typeface="Arial"/>
            </a:endParaRPr>
          </a:p>
        </p:txBody>
      </p:sp>
      <p:sp>
        <p:nvSpPr>
          <p:cNvPr id="232" name="Google Shape;232;p25"/>
          <p:cNvSpPr txBox="1"/>
          <p:nvPr/>
        </p:nvSpPr>
        <p:spPr>
          <a:xfrm>
            <a:off x="113045" y="1200329"/>
            <a:ext cx="11181303"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C2B41"/>
                </a:solidFill>
                <a:latin typeface="Barlow Condensed"/>
                <a:ea typeface="Barlow Condensed"/>
                <a:cs typeface="Barlow Condensed"/>
                <a:sym typeface="Barlow Condensed"/>
              </a:rPr>
              <a:t>Public method to access private members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222222"/>
                </a:solidFill>
                <a:latin typeface="Barlow Condensed"/>
                <a:ea typeface="Barlow Condensed"/>
                <a:cs typeface="Barlow Condensed"/>
                <a:sym typeface="Barlow Condensed"/>
              </a:rPr>
              <a:t>Access Private member outside of a class using an instance method</a:t>
            </a:r>
            <a:endParaRPr b="1" i="0" sz="2000" u="none" cap="none" strike="noStrike">
              <a:solidFill>
                <a:srgbClr val="1C2B41"/>
              </a:solidFill>
              <a:latin typeface="Barlow Condensed"/>
              <a:ea typeface="Barlow Condensed"/>
              <a:cs typeface="Barlow Condensed"/>
              <a:sym typeface="Barlow Condensed"/>
            </a:endParaRPr>
          </a:p>
        </p:txBody>
      </p:sp>
      <p:sp>
        <p:nvSpPr>
          <p:cNvPr id="233" name="Google Shape;233;p25"/>
          <p:cNvSpPr txBox="1"/>
          <p:nvPr/>
        </p:nvSpPr>
        <p:spPr>
          <a:xfrm>
            <a:off x="113045" y="1775299"/>
            <a:ext cx="7563895" cy="48013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class Employee: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 constructor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def __init__(self, name, salary):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 public data member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self.name = name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 private member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self.__salary = salary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 public instance methods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def show(self):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 private members are accessible from a class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print("Name: ", self.name, 'Salary:', self.__salary)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creating object of a class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emp = Employee('Jessa', 10000)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calling public method of the class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emp.show()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6"/>
          <p:cNvSpPr/>
          <p:nvPr/>
        </p:nvSpPr>
        <p:spPr>
          <a:xfrm>
            <a:off x="0" y="123110"/>
            <a:ext cx="12192000" cy="2014543"/>
          </a:xfrm>
          <a:prstGeom prst="rect">
            <a:avLst/>
          </a:prstGeom>
          <a:solidFill>
            <a:srgbClr val="F9F2F4"/>
          </a:solidFill>
          <a:ln>
            <a:noFill/>
          </a:ln>
        </p:spPr>
        <p:txBody>
          <a:bodyPr anchorCtr="0" anchor="ctr" bIns="158700" lIns="0" spcFirstLastPara="1" rIns="0" wrap="square" tIns="190425">
            <a:noAutofit/>
          </a:bodyPr>
          <a:lstStyle/>
          <a:p>
            <a:pPr indent="0" lvl="0" marL="0" marR="0" rtl="0" algn="l">
              <a:lnSpc>
                <a:spcPct val="100000"/>
              </a:lnSpc>
              <a:spcBef>
                <a:spcPts val="0"/>
              </a:spcBef>
              <a:spcAft>
                <a:spcPts val="0"/>
              </a:spcAft>
              <a:buClr>
                <a:srgbClr val="1C2B41"/>
              </a:buClr>
              <a:buSzPts val="3200"/>
              <a:buFont typeface="Barlow Condensed"/>
              <a:buNone/>
            </a:pPr>
            <a:r>
              <a:rPr b="1" i="0" lang="en-US" sz="3200" u="none" cap="none" strike="noStrike">
                <a:solidFill>
                  <a:srgbClr val="1C2B41"/>
                </a:solidFill>
                <a:latin typeface="Barlow Condensed"/>
                <a:ea typeface="Barlow Condensed"/>
                <a:cs typeface="Barlow Condensed"/>
                <a:sym typeface="Barlow Condensed"/>
              </a:rPr>
              <a:t>Name Mangling to access private members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222222"/>
              </a:buClr>
              <a:buSzPts val="2000"/>
              <a:buFont typeface="Barlow Condensed"/>
              <a:buNone/>
            </a:pPr>
            <a:r>
              <a:rPr b="0" i="0" lang="en-US" sz="2000" u="none" cap="none" strike="noStrike">
                <a:solidFill>
                  <a:srgbClr val="222222"/>
                </a:solidFill>
                <a:latin typeface="Barlow Condensed"/>
                <a:ea typeface="Barlow Condensed"/>
                <a:cs typeface="Barlow Condensed"/>
                <a:sym typeface="Barlow Condensed"/>
              </a:rPr>
              <a:t>We can directly access private and protected variables from outside of a class through name mangling. The name mangling is created on an identifier by adding two leading underscores and one trailing underscore, like this</a:t>
            </a:r>
            <a:r>
              <a:rPr b="1" i="0" lang="en-US" sz="3200" u="none" cap="none" strike="noStrike">
                <a:solidFill>
                  <a:srgbClr val="222222"/>
                </a:solidFill>
                <a:latin typeface="Courier New"/>
                <a:ea typeface="Courier New"/>
                <a:cs typeface="Courier New"/>
                <a:sym typeface="Courier New"/>
              </a:rPr>
              <a:t> </a:t>
            </a:r>
            <a:r>
              <a:rPr b="1" i="0" lang="en-US" sz="2000" u="none" cap="none" strike="noStrike">
                <a:solidFill>
                  <a:srgbClr val="6C0B24"/>
                </a:solidFill>
                <a:latin typeface="Courier New"/>
                <a:ea typeface="Courier New"/>
                <a:cs typeface="Courier New"/>
                <a:sym typeface="Courier New"/>
              </a:rPr>
              <a:t>_classname__dataMember</a:t>
            </a:r>
            <a:r>
              <a:rPr b="0" i="0" lang="en-US" sz="2000" u="none" cap="none" strike="noStrike">
                <a:solidFill>
                  <a:srgbClr val="222222"/>
                </a:solidFill>
                <a:latin typeface="Barlow Condensed"/>
                <a:ea typeface="Barlow Condensed"/>
                <a:cs typeface="Barlow Condensed"/>
                <a:sym typeface="Barlow Condensed"/>
              </a:rPr>
              <a:t>, where </a:t>
            </a:r>
            <a:r>
              <a:rPr b="1" i="0" lang="en-US" sz="2400" u="none" cap="none" strike="noStrike">
                <a:solidFill>
                  <a:srgbClr val="6C0B24"/>
                </a:solidFill>
                <a:latin typeface="Courier New"/>
                <a:ea typeface="Courier New"/>
                <a:cs typeface="Courier New"/>
                <a:sym typeface="Courier New"/>
              </a:rPr>
              <a:t>classname</a:t>
            </a:r>
            <a:r>
              <a:rPr b="0" i="0" lang="en-US" sz="2000" u="none" cap="none" strike="noStrike">
                <a:solidFill>
                  <a:srgbClr val="222222"/>
                </a:solidFill>
                <a:latin typeface="Barlow Condensed"/>
                <a:ea typeface="Barlow Condensed"/>
                <a:cs typeface="Barlow Condensed"/>
                <a:sym typeface="Barlow Condensed"/>
              </a:rPr>
              <a:t> is the current class, and data member is the private variable name.</a:t>
            </a:r>
            <a:endParaRPr b="0" i="0" sz="3200" u="none" cap="none" strike="noStrike">
              <a:solidFill>
                <a:schemeClr val="dk1"/>
              </a:solidFill>
              <a:latin typeface="Barlow Condensed"/>
              <a:ea typeface="Barlow Condensed"/>
              <a:cs typeface="Barlow Condensed"/>
              <a:sym typeface="Barlow Condensed"/>
            </a:endParaRPr>
          </a:p>
        </p:txBody>
      </p:sp>
      <p:sp>
        <p:nvSpPr>
          <p:cNvPr id="239" name="Google Shape;239;p26"/>
          <p:cNvSpPr txBox="1"/>
          <p:nvPr/>
        </p:nvSpPr>
        <p:spPr>
          <a:xfrm>
            <a:off x="374300" y="2280366"/>
            <a:ext cx="6820319" cy="35394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class Employee: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 constructor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def __init__(self, name, salary):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 public data member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self.name = name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 private member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self.__salary = salary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creating object of a class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emp = Employee('Jessa', 10000)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print('Name:', emp.name)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 direct access to private member using name mangling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urier New"/>
                <a:ea typeface="Courier New"/>
                <a:cs typeface="Courier New"/>
                <a:sym typeface="Courier New"/>
              </a:rPr>
              <a:t>print('Salary:', emp._Employee__salary)</a:t>
            </a:r>
            <a:endParaRPr b="1" i="0" sz="16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7"/>
          <p:cNvSpPr/>
          <p:nvPr/>
        </p:nvSpPr>
        <p:spPr>
          <a:xfrm>
            <a:off x="160773" y="-274352"/>
            <a:ext cx="11917345" cy="1829877"/>
          </a:xfrm>
          <a:prstGeom prst="rect">
            <a:avLst/>
          </a:prstGeom>
          <a:solidFill>
            <a:srgbClr val="FEFEFE"/>
          </a:solidFill>
          <a:ln>
            <a:noFill/>
          </a:ln>
        </p:spPr>
        <p:txBody>
          <a:bodyPr anchorCtr="0" anchor="ctr" bIns="158700" lIns="0" spcFirstLastPara="1" rIns="0" wrap="square" tIns="190425">
            <a:noAutofit/>
          </a:bodyPr>
          <a:lstStyle/>
          <a:p>
            <a:pPr indent="0" lvl="0" marL="0" marR="0" rtl="0" algn="just">
              <a:lnSpc>
                <a:spcPct val="100000"/>
              </a:lnSpc>
              <a:spcBef>
                <a:spcPts val="0"/>
              </a:spcBef>
              <a:spcAft>
                <a:spcPts val="0"/>
              </a:spcAft>
              <a:buClr>
                <a:srgbClr val="1C2B41"/>
              </a:buClr>
              <a:buSzPts val="3600"/>
              <a:buFont typeface="Barlow Condensed"/>
              <a:buNone/>
            </a:pPr>
            <a:r>
              <a:rPr b="1" i="0" lang="en-US" sz="3600" u="none" cap="none" strike="noStrike">
                <a:solidFill>
                  <a:srgbClr val="1C2B41"/>
                </a:solidFill>
                <a:latin typeface="Barlow Condensed"/>
                <a:ea typeface="Barlow Condensed"/>
                <a:cs typeface="Barlow Condensed"/>
                <a:sym typeface="Barlow Condensed"/>
              </a:rPr>
              <a:t>Protected Member</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222222"/>
              </a:buClr>
              <a:buSzPts val="2000"/>
              <a:buFont typeface="Barlow Condensed"/>
              <a:buNone/>
            </a:pPr>
            <a:r>
              <a:rPr b="0" i="0" lang="en-US" sz="2000" u="none" cap="none" strike="noStrike">
                <a:solidFill>
                  <a:srgbClr val="222222"/>
                </a:solidFill>
                <a:latin typeface="Barlow Condensed"/>
                <a:ea typeface="Barlow Condensed"/>
                <a:cs typeface="Barlow Condensed"/>
                <a:sym typeface="Barlow Condensed"/>
              </a:rPr>
              <a:t>Protected members are accessible within the class and also available to its sub-classes. To define a protected member, prefix the member's name with a single underscore </a:t>
            </a:r>
            <a:r>
              <a:rPr b="0" i="0" lang="en-US" sz="1400" u="none" cap="none" strike="noStrike">
                <a:solidFill>
                  <a:srgbClr val="6C0B24"/>
                </a:solidFill>
                <a:latin typeface="Barlow Condensed"/>
                <a:ea typeface="Barlow Condensed"/>
                <a:cs typeface="Barlow Condensed"/>
                <a:sym typeface="Barlow Condensed"/>
              </a:rPr>
              <a:t>_</a:t>
            </a:r>
            <a:r>
              <a:rPr b="0" i="0" lang="en-US" sz="2000" u="none" cap="none" strike="noStrike">
                <a:solidFill>
                  <a:srgbClr val="222222"/>
                </a:solidFill>
                <a:latin typeface="Barlow Condensed"/>
                <a:ea typeface="Barlow Condensed"/>
                <a:cs typeface="Barlow Condensed"/>
                <a:sym typeface="Barlow Condensed"/>
              </a:rPr>
              <a:t>.  Protected data members are used when you implement </a:t>
            </a:r>
            <a:r>
              <a:rPr b="0" i="0" lang="en-US" sz="2000" u="sng" cap="none" strike="noStrike">
                <a:solidFill>
                  <a:srgbClr val="1E69DE"/>
                </a:solidFill>
                <a:latin typeface="Barlow Condensed"/>
                <a:ea typeface="Barlow Condensed"/>
                <a:cs typeface="Barlow Condensed"/>
                <a:sym typeface="Barlow Condensed"/>
              </a:rPr>
              <a:t>inheritance</a:t>
            </a:r>
            <a:r>
              <a:rPr b="0" i="0" lang="en-US" sz="2000" u="none" cap="none" strike="noStrike">
                <a:solidFill>
                  <a:srgbClr val="222222"/>
                </a:solidFill>
                <a:latin typeface="Barlow Condensed"/>
                <a:ea typeface="Barlow Condensed"/>
                <a:cs typeface="Barlow Condensed"/>
                <a:sym typeface="Barlow Condensed"/>
              </a:rPr>
              <a:t> and want to allow data members access to only child classes.</a:t>
            </a:r>
            <a:endParaRPr b="0" i="0" sz="3200" u="none" cap="none" strike="noStrike">
              <a:solidFill>
                <a:schemeClr val="dk1"/>
              </a:solidFill>
              <a:latin typeface="Barlow Condensed"/>
              <a:ea typeface="Barlow Condensed"/>
              <a:cs typeface="Barlow Condensed"/>
              <a:sym typeface="Barlow Condensed"/>
            </a:endParaRPr>
          </a:p>
        </p:txBody>
      </p:sp>
      <p:sp>
        <p:nvSpPr>
          <p:cNvPr id="245" name="Google Shape;245;p27"/>
          <p:cNvSpPr txBox="1"/>
          <p:nvPr/>
        </p:nvSpPr>
        <p:spPr>
          <a:xfrm>
            <a:off x="856622" y="1555525"/>
            <a:ext cx="9704196" cy="48320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base class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class Company: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def __init__(self):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 Protected member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self._project = "NLP"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child class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class Employee(Company):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def __init__(self, name):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self.name = name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Company.__init__(self)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def show(self):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print("Employee name :", self.name)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 Accessing protected member in child class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print("Working on project :", self._project)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c = Employee("Jessa")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c.show()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 Direct access protected data member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urier New"/>
                <a:ea typeface="Courier New"/>
                <a:cs typeface="Courier New"/>
                <a:sym typeface="Courier New"/>
              </a:rPr>
              <a:t>print('Project:', c._project)</a:t>
            </a:r>
            <a:endParaRPr b="1" i="0" sz="14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8"/>
          <p:cNvSpPr txBox="1"/>
          <p:nvPr/>
        </p:nvSpPr>
        <p:spPr>
          <a:xfrm>
            <a:off x="173335" y="252437"/>
            <a:ext cx="6094324"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C2B41"/>
                </a:solidFill>
                <a:latin typeface="Barlow Condensed"/>
                <a:ea typeface="Barlow Condensed"/>
                <a:cs typeface="Barlow Condensed"/>
                <a:sym typeface="Barlow Condensed"/>
              </a:rPr>
              <a:t>Getters and Setters in Python</a:t>
            </a:r>
            <a:endParaRPr b="0" i="0" sz="1400" u="none" cap="none" strike="noStrike">
              <a:solidFill>
                <a:srgbClr val="000000"/>
              </a:solidFill>
              <a:latin typeface="Arial"/>
              <a:ea typeface="Arial"/>
              <a:cs typeface="Arial"/>
              <a:sym typeface="Arial"/>
            </a:endParaRPr>
          </a:p>
        </p:txBody>
      </p:sp>
      <p:sp>
        <p:nvSpPr>
          <p:cNvPr id="251" name="Google Shape;251;p28"/>
          <p:cNvSpPr txBox="1"/>
          <p:nvPr/>
        </p:nvSpPr>
        <p:spPr>
          <a:xfrm>
            <a:off x="102995" y="837212"/>
            <a:ext cx="11915669" cy="452431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222222"/>
                </a:solidFill>
                <a:latin typeface="Barlow Condensed"/>
                <a:ea typeface="Barlow Condensed"/>
                <a:cs typeface="Barlow Condensed"/>
                <a:sym typeface="Barlow Condensed"/>
              </a:rPr>
              <a:t>To implement proper encapsulation in Python, we need to use setters and getters. The primary purpose of using getters and setters in object-oriented programs is to ensure data encapsulation. </a:t>
            </a:r>
            <a:r>
              <a:rPr b="0" i="0" lang="en-US" sz="3200" u="none" cap="none" strike="noStrike">
                <a:solidFill>
                  <a:srgbClr val="7030A0"/>
                </a:solidFill>
                <a:latin typeface="Barlow Condensed"/>
                <a:ea typeface="Barlow Condensed"/>
                <a:cs typeface="Barlow Condensed"/>
                <a:sym typeface="Barlow Condensed"/>
              </a:rPr>
              <a:t>Use the getter method </a:t>
            </a:r>
            <a:r>
              <a:rPr b="0" i="0" lang="en-US" sz="3200" u="none" cap="none" strike="noStrike">
                <a:solidFill>
                  <a:srgbClr val="222222"/>
                </a:solidFill>
                <a:latin typeface="Barlow Condensed"/>
                <a:ea typeface="Barlow Condensed"/>
                <a:cs typeface="Barlow Condensed"/>
                <a:sym typeface="Barlow Condensed"/>
              </a:rPr>
              <a:t>to </a:t>
            </a:r>
            <a:r>
              <a:rPr b="0" i="0" lang="en-US" sz="3200" u="none" cap="none" strike="noStrike">
                <a:solidFill>
                  <a:srgbClr val="7030A0"/>
                </a:solidFill>
                <a:latin typeface="Barlow Condensed"/>
                <a:ea typeface="Barlow Condensed"/>
                <a:cs typeface="Barlow Condensed"/>
                <a:sym typeface="Barlow Condensed"/>
              </a:rPr>
              <a:t>access data members </a:t>
            </a:r>
            <a:r>
              <a:rPr b="0" i="0" lang="en-US" sz="3200" u="none" cap="none" strike="noStrike">
                <a:solidFill>
                  <a:srgbClr val="222222"/>
                </a:solidFill>
                <a:latin typeface="Barlow Condensed"/>
                <a:ea typeface="Barlow Condensed"/>
                <a:cs typeface="Barlow Condensed"/>
                <a:sym typeface="Barlow Condensed"/>
              </a:rPr>
              <a:t>and the </a:t>
            </a:r>
            <a:r>
              <a:rPr b="0" i="0" lang="en-US" sz="3200" u="none" cap="none" strike="noStrike">
                <a:solidFill>
                  <a:srgbClr val="FF0000"/>
                </a:solidFill>
                <a:latin typeface="Barlow Condensed"/>
                <a:ea typeface="Barlow Condensed"/>
                <a:cs typeface="Barlow Condensed"/>
                <a:sym typeface="Barlow Condensed"/>
              </a:rPr>
              <a:t>setter methods </a:t>
            </a:r>
            <a:r>
              <a:rPr b="0" i="0" lang="en-US" sz="3200" u="none" cap="none" strike="noStrike">
                <a:solidFill>
                  <a:srgbClr val="222222"/>
                </a:solidFill>
                <a:latin typeface="Barlow Condensed"/>
                <a:ea typeface="Barlow Condensed"/>
                <a:cs typeface="Barlow Condensed"/>
                <a:sym typeface="Barlow Condensed"/>
              </a:rPr>
              <a:t>to </a:t>
            </a:r>
            <a:r>
              <a:rPr b="0" i="0" lang="en-US" sz="3200" u="none" cap="none" strike="noStrike">
                <a:solidFill>
                  <a:srgbClr val="FF0000"/>
                </a:solidFill>
                <a:latin typeface="Barlow Condensed"/>
                <a:ea typeface="Barlow Condensed"/>
                <a:cs typeface="Barlow Condensed"/>
                <a:sym typeface="Barlow Condensed"/>
              </a:rPr>
              <a:t>modify the data members</a:t>
            </a:r>
            <a:r>
              <a:rPr b="0" i="0" lang="en-US" sz="3200" u="none" cap="none" strike="noStrike">
                <a:solidFill>
                  <a:srgbClr val="222222"/>
                </a:solidFill>
                <a:latin typeface="Barlow Condensed"/>
                <a:ea typeface="Barlow Condensed"/>
                <a:cs typeface="Barlow Condensed"/>
                <a:sym typeface="Barlow Condensed"/>
              </a:rPr>
              <a:t>. In Python, private variables are not hidden fields like in other programming languages.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3200"/>
              <a:buFont typeface="Arial"/>
              <a:buNone/>
            </a:pPr>
            <a:r>
              <a:t/>
            </a:r>
            <a:endParaRPr b="0" i="0" sz="3200" u="none" cap="none" strike="noStrike">
              <a:solidFill>
                <a:srgbClr val="2222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222222"/>
                </a:solidFill>
                <a:latin typeface="Barlow Condensed"/>
                <a:ea typeface="Barlow Condensed"/>
                <a:cs typeface="Barlow Condensed"/>
                <a:sym typeface="Barlow Condensed"/>
              </a:rPr>
              <a:t>The getters and setters methods are often used when:</a:t>
            </a:r>
            <a:endParaRPr b="0" i="0" sz="1400" u="none" cap="none" strike="noStrike">
              <a:solidFill>
                <a:srgbClr val="000000"/>
              </a:solidFill>
              <a:latin typeface="Arial"/>
              <a:ea typeface="Arial"/>
              <a:cs typeface="Arial"/>
              <a:sym typeface="Arial"/>
            </a:endParaRPr>
          </a:p>
          <a:p>
            <a:pPr indent="-203200" lvl="0" marL="0" marR="0" rtl="0" algn="just">
              <a:lnSpc>
                <a:spcPct val="100000"/>
              </a:lnSpc>
              <a:spcBef>
                <a:spcPts val="0"/>
              </a:spcBef>
              <a:spcAft>
                <a:spcPts val="0"/>
              </a:spcAft>
              <a:buClr>
                <a:srgbClr val="FF0000"/>
              </a:buClr>
              <a:buSzPts val="3200"/>
              <a:buFont typeface="Arial"/>
              <a:buChar char="•"/>
            </a:pPr>
            <a:r>
              <a:rPr b="0" i="0" lang="en-US" sz="3200" u="none" cap="none" strike="noStrike">
                <a:solidFill>
                  <a:srgbClr val="FF0000"/>
                </a:solidFill>
                <a:latin typeface="Barlow Condensed"/>
                <a:ea typeface="Barlow Condensed"/>
                <a:cs typeface="Barlow Condensed"/>
                <a:sym typeface="Barlow Condensed"/>
              </a:rPr>
              <a:t>When we want to avoid direct access to private variables</a:t>
            </a:r>
            <a:endParaRPr b="0" i="0" sz="1400" u="none" cap="none" strike="noStrike">
              <a:solidFill>
                <a:srgbClr val="000000"/>
              </a:solidFill>
              <a:latin typeface="Arial"/>
              <a:ea typeface="Arial"/>
              <a:cs typeface="Arial"/>
              <a:sym typeface="Arial"/>
            </a:endParaRPr>
          </a:p>
          <a:p>
            <a:pPr indent="-203200" lvl="0" marL="0" marR="0" rtl="0" algn="just">
              <a:lnSpc>
                <a:spcPct val="100000"/>
              </a:lnSpc>
              <a:spcBef>
                <a:spcPts val="0"/>
              </a:spcBef>
              <a:spcAft>
                <a:spcPts val="0"/>
              </a:spcAft>
              <a:buClr>
                <a:srgbClr val="7030A0"/>
              </a:buClr>
              <a:buSzPts val="3200"/>
              <a:buFont typeface="Arial"/>
              <a:buChar char="•"/>
            </a:pPr>
            <a:r>
              <a:rPr b="0" i="0" lang="en-US" sz="3200" u="none" cap="none" strike="noStrike">
                <a:solidFill>
                  <a:srgbClr val="7030A0"/>
                </a:solidFill>
                <a:latin typeface="Barlow Condensed"/>
                <a:ea typeface="Barlow Condensed"/>
                <a:cs typeface="Barlow Condensed"/>
                <a:sym typeface="Barlow Condensed"/>
              </a:rPr>
              <a:t>To add validation logic for setting a value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9"/>
          <p:cNvSpPr txBox="1"/>
          <p:nvPr/>
        </p:nvSpPr>
        <p:spPr>
          <a:xfrm>
            <a:off x="70339" y="58846"/>
            <a:ext cx="7395586" cy="67403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nsolas"/>
                <a:ea typeface="Consolas"/>
                <a:cs typeface="Consolas"/>
                <a:sym typeface="Consolas"/>
              </a:rPr>
              <a:t>class Student: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nsolas"/>
                <a:ea typeface="Consolas"/>
                <a:cs typeface="Consolas"/>
                <a:sym typeface="Consolas"/>
              </a:rPr>
              <a:t>    def __init__(self, name, 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nsolas"/>
                <a:ea typeface="Consolas"/>
                <a:cs typeface="Consolas"/>
                <a:sym typeface="Consolas"/>
              </a:rPr>
              <a:t>        # private member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nsolas"/>
                <a:ea typeface="Consolas"/>
                <a:cs typeface="Consolas"/>
                <a:sym typeface="Consolas"/>
              </a:rPr>
              <a:t>        self.name = name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nsolas"/>
                <a:ea typeface="Consolas"/>
                <a:cs typeface="Consolas"/>
                <a:sym typeface="Consolas"/>
              </a:rPr>
              <a:t>        self.__age = 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nsolas"/>
                <a:ea typeface="Consolas"/>
                <a:cs typeface="Consolas"/>
                <a:sym typeface="Consolas"/>
              </a:rPr>
              <a:t>    # getter method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nsolas"/>
                <a:ea typeface="Consolas"/>
                <a:cs typeface="Consolas"/>
                <a:sym typeface="Consolas"/>
              </a:rPr>
              <a:t>    def get_age(self):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nsolas"/>
                <a:ea typeface="Consolas"/>
                <a:cs typeface="Consolas"/>
                <a:sym typeface="Consolas"/>
              </a:rPr>
              <a:t>        return self.__age</a:t>
            </a:r>
            <a:endParaRPr b="1" i="0" sz="18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nsolas"/>
                <a:ea typeface="Consolas"/>
                <a:cs typeface="Consolas"/>
                <a:sym typeface="Consolas"/>
              </a:rPr>
              <a:t>    # setter method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nsolas"/>
                <a:ea typeface="Consolas"/>
                <a:cs typeface="Consolas"/>
                <a:sym typeface="Consolas"/>
              </a:rPr>
              <a:t>    def set_age(self, 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nsolas"/>
                <a:ea typeface="Consolas"/>
                <a:cs typeface="Consolas"/>
                <a:sym typeface="Consolas"/>
              </a:rPr>
              <a:t>        self.__age = 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nsolas"/>
                <a:ea typeface="Consolas"/>
                <a:cs typeface="Consolas"/>
                <a:sym typeface="Consolas"/>
              </a:rPr>
              <a:t>stud = Student('Jessa', 14)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nsolas"/>
                <a:ea typeface="Consolas"/>
                <a:cs typeface="Consolas"/>
                <a:sym typeface="Consolas"/>
              </a:rPr>
              <a:t># retrieving age using getter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nsolas"/>
                <a:ea typeface="Consolas"/>
                <a:cs typeface="Consolas"/>
                <a:sym typeface="Consolas"/>
              </a:rPr>
              <a:t>print('Name:', stud.name, stud.get_age())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nsolas"/>
                <a:ea typeface="Consolas"/>
                <a:cs typeface="Consolas"/>
                <a:sym typeface="Consolas"/>
              </a:rPr>
              <a:t># changing age using setter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nsolas"/>
                <a:ea typeface="Consolas"/>
                <a:cs typeface="Consolas"/>
                <a:sym typeface="Consolas"/>
              </a:rPr>
              <a:t>stud.set_age(16)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nsolas"/>
                <a:ea typeface="Consolas"/>
                <a:cs typeface="Consolas"/>
                <a:sym typeface="Consolas"/>
              </a:rPr>
              <a:t># retrieving age using getter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nsolas"/>
                <a:ea typeface="Consolas"/>
                <a:cs typeface="Consolas"/>
                <a:sym typeface="Consolas"/>
              </a:rPr>
              <a:t>print('Name:', stud.name, stud.get_age())</a:t>
            </a:r>
            <a:endParaRPr b="0" i="0" sz="1400" u="none" cap="none" strike="noStrike">
              <a:solidFill>
                <a:srgbClr val="000000"/>
              </a:solidFill>
              <a:latin typeface="Arial"/>
              <a:ea typeface="Arial"/>
              <a:cs typeface="Arial"/>
              <a:sym typeface="Arial"/>
            </a:endParaRPr>
          </a:p>
        </p:txBody>
      </p:sp>
      <p:sp>
        <p:nvSpPr>
          <p:cNvPr id="257" name="Google Shape;257;p29"/>
          <p:cNvSpPr/>
          <p:nvPr/>
        </p:nvSpPr>
        <p:spPr>
          <a:xfrm>
            <a:off x="7556342" y="1032568"/>
            <a:ext cx="1996311" cy="559087"/>
          </a:xfrm>
          <a:prstGeom prst="rect">
            <a:avLst/>
          </a:prstGeom>
          <a:solidFill>
            <a:srgbClr val="383B40"/>
          </a:solidFill>
          <a:ln>
            <a:noFill/>
          </a:ln>
        </p:spPr>
        <p:txBody>
          <a:bodyPr anchorCtr="0" anchor="ctr" bIns="126950" lIns="0" spcFirstLastPara="1" rIns="0" wrap="square" tIns="0">
            <a:noAutofit/>
          </a:bodyPr>
          <a:lstStyle/>
          <a:p>
            <a:pPr indent="0" lvl="0" marL="0" marR="0" rtl="0" algn="l">
              <a:lnSpc>
                <a:spcPct val="100000"/>
              </a:lnSpc>
              <a:spcBef>
                <a:spcPts val="0"/>
              </a:spcBef>
              <a:spcAft>
                <a:spcPts val="0"/>
              </a:spcAft>
              <a:buClr>
                <a:srgbClr val="DDDDDD"/>
              </a:buClr>
              <a:buSzPts val="1400"/>
              <a:buFont typeface="Consolas"/>
              <a:buNone/>
            </a:pPr>
            <a:r>
              <a:rPr b="0" i="0" lang="en-US" sz="1400" u="none" cap="none" strike="noStrike">
                <a:solidFill>
                  <a:srgbClr val="DDDDDD"/>
                </a:solidFill>
                <a:latin typeface="Consolas"/>
                <a:ea typeface="Consolas"/>
                <a:cs typeface="Consolas"/>
                <a:sym typeface="Consolas"/>
              </a:rPr>
              <a:t>Name: Jessa 14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DDDDDD"/>
              </a:buClr>
              <a:buSzPts val="1400"/>
              <a:buFont typeface="Consolas"/>
              <a:buNone/>
            </a:pPr>
            <a:r>
              <a:rPr b="0" i="0" lang="en-US" sz="1400" u="none" cap="none" strike="noStrike">
                <a:solidFill>
                  <a:srgbClr val="DDDDDD"/>
                </a:solidFill>
                <a:latin typeface="Consolas"/>
                <a:ea typeface="Consolas"/>
                <a:cs typeface="Consolas"/>
                <a:sym typeface="Consolas"/>
              </a:rPr>
              <a:t>Name: Jessa 16</a:t>
            </a:r>
            <a:r>
              <a:rPr b="0" i="0" lang="en-US" sz="1100" u="none" cap="none" strike="noStrike">
                <a:solidFill>
                  <a:schemeClr val="dk1"/>
                </a:solidFill>
                <a:latin typeface="Consolas"/>
                <a:ea typeface="Consolas"/>
                <a:cs typeface="Consolas"/>
                <a:sym typeface="Consolas"/>
              </a:rPr>
              <a:t> </a:t>
            </a:r>
            <a:endParaRPr b="0" i="0" sz="3200" u="none" cap="none" strike="noStrike">
              <a:solidFill>
                <a:schemeClr val="dk1"/>
              </a:solidFill>
              <a:latin typeface="Consolas"/>
              <a:ea typeface="Consolas"/>
              <a:cs typeface="Consolas"/>
              <a:sym typeface="Consolas"/>
            </a:endParaRPr>
          </a:p>
        </p:txBody>
      </p:sp>
      <p:sp>
        <p:nvSpPr>
          <p:cNvPr id="258" name="Google Shape;258;p29"/>
          <p:cNvSpPr txBox="1"/>
          <p:nvPr/>
        </p:nvSpPr>
        <p:spPr>
          <a:xfrm>
            <a:off x="7174523" y="452176"/>
            <a:ext cx="114326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Barlow Condensed"/>
                <a:ea typeface="Barlow Condensed"/>
                <a:cs typeface="Barlow Condensed"/>
                <a:sym typeface="Barlow Condensed"/>
              </a:rPr>
              <a:t>Output: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0"/>
          <p:cNvSpPr txBox="1"/>
          <p:nvPr/>
        </p:nvSpPr>
        <p:spPr>
          <a:xfrm>
            <a:off x="0" y="0"/>
            <a:ext cx="998554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222222"/>
                </a:solidFill>
                <a:latin typeface="Barlow Condensed"/>
                <a:ea typeface="Barlow Condensed"/>
                <a:cs typeface="Barlow Condensed"/>
                <a:sym typeface="Barlow Condensed"/>
              </a:rPr>
              <a:t>Information Hiding and conditional logic for setting an object attributes</a:t>
            </a:r>
            <a:endParaRPr b="0" i="0" sz="2400" u="none" cap="none" strike="noStrike">
              <a:solidFill>
                <a:schemeClr val="dk1"/>
              </a:solidFill>
              <a:latin typeface="Barlow Condensed"/>
              <a:ea typeface="Barlow Condensed"/>
              <a:cs typeface="Barlow Condensed"/>
              <a:sym typeface="Barlow Condensed"/>
            </a:endParaRPr>
          </a:p>
        </p:txBody>
      </p:sp>
      <p:sp>
        <p:nvSpPr>
          <p:cNvPr id="264" name="Google Shape;264;p30"/>
          <p:cNvSpPr txBox="1"/>
          <p:nvPr/>
        </p:nvSpPr>
        <p:spPr>
          <a:xfrm>
            <a:off x="123092" y="487025"/>
            <a:ext cx="7774912" cy="6370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class Student: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    def __init__(self, name, stud_no, 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        # private member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        self.name = name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        # private members to restrict access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        # avoid direct data modification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        self.__stud_no = stud_no</a:t>
            </a:r>
            <a:endParaRPr b="1"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        self.__age = 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    def show(self):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        print('Student Details:', self.name, self.__stud_no)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    # getter methods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    def get_stud_no(self):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        return self.__stud_no</a:t>
            </a:r>
            <a:endParaRPr b="1"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    # setter method to modify data member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    # condition to allow data modification with rules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    def set_stud_no(self, number):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        if number &gt; 50: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            print('Invalid stud no. Please set correct student number')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        else: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            self.__stud_no = number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jessa = Student('Jessa', 10, 15)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 before Modify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jessa.show()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 changing student number using setter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jessa.set_stud_no(120)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jessa.set_stud_no(25)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jessa.show()</a:t>
            </a:r>
            <a:endParaRPr b="1" i="0" sz="1800" u="none" cap="none" strike="noStrike">
              <a:solidFill>
                <a:schemeClr val="dk1"/>
              </a:solidFill>
              <a:latin typeface="Consolas"/>
              <a:ea typeface="Consolas"/>
              <a:cs typeface="Consolas"/>
              <a:sym typeface="Consolas"/>
            </a:endParaRPr>
          </a:p>
        </p:txBody>
      </p:sp>
      <p:sp>
        <p:nvSpPr>
          <p:cNvPr id="265" name="Google Shape;265;p30"/>
          <p:cNvSpPr/>
          <p:nvPr/>
        </p:nvSpPr>
        <p:spPr>
          <a:xfrm>
            <a:off x="6311490" y="1280588"/>
            <a:ext cx="5660571" cy="1113085"/>
          </a:xfrm>
          <a:prstGeom prst="rect">
            <a:avLst/>
          </a:prstGeom>
          <a:solidFill>
            <a:srgbClr val="383B40"/>
          </a:solidFill>
          <a:ln>
            <a:noFill/>
          </a:ln>
        </p:spPr>
        <p:txBody>
          <a:bodyPr anchorCtr="0" anchor="ctr" bIns="126950" lIns="0" spcFirstLastPara="1" rIns="0" wrap="square" tIns="0">
            <a:noAutofit/>
          </a:bodyPr>
          <a:lstStyle/>
          <a:p>
            <a:pPr indent="0" lvl="0" marL="0" marR="0" rtl="0" algn="l">
              <a:lnSpc>
                <a:spcPct val="100000"/>
              </a:lnSpc>
              <a:spcBef>
                <a:spcPts val="0"/>
              </a:spcBef>
              <a:spcAft>
                <a:spcPts val="0"/>
              </a:spcAft>
              <a:buClr>
                <a:srgbClr val="DDDDDD"/>
              </a:buClr>
              <a:buSzPts val="1600"/>
              <a:buFont typeface="Consolas"/>
              <a:buNone/>
            </a:pPr>
            <a:r>
              <a:rPr b="0" i="0" lang="en-US" sz="1600" u="none" cap="none" strike="noStrike">
                <a:solidFill>
                  <a:srgbClr val="DDDDDD"/>
                </a:solidFill>
                <a:latin typeface="Consolas"/>
                <a:ea typeface="Consolas"/>
                <a:cs typeface="Consolas"/>
                <a:sym typeface="Consolas"/>
              </a:rPr>
              <a:t>Student Details: Jessa 10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DDDDDD"/>
              </a:buClr>
              <a:buSzPts val="1600"/>
              <a:buFont typeface="Consolas"/>
              <a:buNone/>
            </a:pPr>
            <a:r>
              <a:rPr b="0" i="0" lang="en-US" sz="1600" u="none" cap="none" strike="noStrike">
                <a:solidFill>
                  <a:srgbClr val="DDDDDD"/>
                </a:solidFill>
                <a:latin typeface="Consolas"/>
                <a:ea typeface="Consolas"/>
                <a:cs typeface="Consolas"/>
                <a:sym typeface="Consolas"/>
              </a:rPr>
              <a:t>Invalid stud no. Please set correct student number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DDDDDD"/>
              </a:buClr>
              <a:buSzPts val="1600"/>
              <a:buFont typeface="Consolas"/>
              <a:buNone/>
            </a:pPr>
            <a:r>
              <a:rPr b="0" i="0" lang="en-US" sz="1600" u="none" cap="none" strike="noStrike">
                <a:solidFill>
                  <a:srgbClr val="DDDDDD"/>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DDDDDD"/>
              </a:buClr>
              <a:buSzPts val="1600"/>
              <a:buFont typeface="Consolas"/>
              <a:buNone/>
            </a:pPr>
            <a:r>
              <a:rPr b="0" i="0" lang="en-US" sz="1600" u="none" cap="none" strike="noStrike">
                <a:solidFill>
                  <a:srgbClr val="DDDDDD"/>
                </a:solidFill>
                <a:latin typeface="Consolas"/>
                <a:ea typeface="Consolas"/>
                <a:cs typeface="Consolas"/>
                <a:sym typeface="Consolas"/>
              </a:rPr>
              <a:t>Student Details: Jessa 25</a:t>
            </a:r>
            <a:r>
              <a:rPr b="0" i="0" lang="en-US" sz="1200" u="none" cap="none" strike="noStrike">
                <a:solidFill>
                  <a:schemeClr val="dk1"/>
                </a:solidFill>
                <a:latin typeface="Consolas"/>
                <a:ea typeface="Consolas"/>
                <a:cs typeface="Consolas"/>
                <a:sym typeface="Consolas"/>
              </a:rPr>
              <a:t> </a:t>
            </a:r>
            <a:endParaRPr b="0" i="0" sz="3600" u="none" cap="none" strike="noStrike">
              <a:solidFill>
                <a:schemeClr val="dk1"/>
              </a:solidFill>
              <a:latin typeface="Consolas"/>
              <a:ea typeface="Consolas"/>
              <a:cs typeface="Consolas"/>
              <a:sym typeface="Consolas"/>
            </a:endParaRPr>
          </a:p>
        </p:txBody>
      </p:sp>
      <p:sp>
        <p:nvSpPr>
          <p:cNvPr id="266" name="Google Shape;266;p30"/>
          <p:cNvSpPr txBox="1"/>
          <p:nvPr/>
        </p:nvSpPr>
        <p:spPr>
          <a:xfrm>
            <a:off x="5739859" y="732008"/>
            <a:ext cx="114326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Barlow Condensed"/>
                <a:ea typeface="Barlow Condensed"/>
                <a:cs typeface="Barlow Condensed"/>
                <a:sym typeface="Barlow Condensed"/>
              </a:rPr>
              <a:t>Output: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1"/>
          <p:cNvSpPr txBox="1"/>
          <p:nvPr/>
        </p:nvSpPr>
        <p:spPr>
          <a:xfrm>
            <a:off x="635558" y="669115"/>
            <a:ext cx="11070772" cy="526297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rgbClr val="1C2B41"/>
                </a:solidFill>
                <a:latin typeface="Barlow Condensed"/>
                <a:ea typeface="Barlow Condensed"/>
                <a:cs typeface="Barlow Condensed"/>
                <a:sym typeface="Barlow Condensed"/>
              </a:rPr>
              <a:t>Advantages of Encapsulation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t/>
            </a:r>
            <a:endParaRPr b="1" i="0" sz="2400" u="none" cap="none" strike="noStrike">
              <a:solidFill>
                <a:srgbClr val="1C2B41"/>
              </a:solidFill>
              <a:latin typeface="Barlow Condensed"/>
              <a:ea typeface="Barlow Condensed"/>
              <a:cs typeface="Barlow Condensed"/>
              <a:sym typeface="Barlow Condensed"/>
            </a:endParaRPr>
          </a:p>
          <a:p>
            <a:pPr indent="-152400" lvl="0" marL="0" marR="0" rtl="0" algn="just">
              <a:lnSpc>
                <a:spcPct val="100000"/>
              </a:lnSpc>
              <a:spcBef>
                <a:spcPts val="0"/>
              </a:spcBef>
              <a:spcAft>
                <a:spcPts val="0"/>
              </a:spcAft>
              <a:buClr>
                <a:srgbClr val="222222"/>
              </a:buClr>
              <a:buSzPts val="2400"/>
              <a:buFont typeface="Arial"/>
              <a:buChar char="•"/>
            </a:pPr>
            <a:r>
              <a:rPr b="1" i="0" lang="en-US" sz="2400" u="none" cap="none" strike="noStrike">
                <a:solidFill>
                  <a:srgbClr val="222222"/>
                </a:solidFill>
                <a:latin typeface="Barlow Condensed"/>
                <a:ea typeface="Barlow Condensed"/>
                <a:cs typeface="Barlow Condensed"/>
                <a:sym typeface="Barlow Condensed"/>
              </a:rPr>
              <a:t>Security</a:t>
            </a:r>
            <a:r>
              <a:rPr b="0" i="0" lang="en-US" sz="2400" u="none" cap="none" strike="noStrike">
                <a:solidFill>
                  <a:srgbClr val="222222"/>
                </a:solidFill>
                <a:latin typeface="Barlow Condensed"/>
                <a:ea typeface="Barlow Condensed"/>
                <a:cs typeface="Barlow Condensed"/>
                <a:sym typeface="Barlow Condensed"/>
              </a:rPr>
              <a:t>: The main advantage of using encapsulation is the security of the data. Encapsulation protects an object from unauthorized access. It allows private and protected access levels to prevent accidental data modification.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Arial"/>
              <a:buNone/>
            </a:pPr>
            <a:r>
              <a:t/>
            </a:r>
            <a:endParaRPr b="0" i="0" sz="2400" u="none" cap="none" strike="noStrike">
              <a:solidFill>
                <a:srgbClr val="222222"/>
              </a:solidFill>
              <a:latin typeface="Barlow Condensed"/>
              <a:ea typeface="Barlow Condensed"/>
              <a:cs typeface="Barlow Condensed"/>
              <a:sym typeface="Barlow Condensed"/>
            </a:endParaRPr>
          </a:p>
          <a:p>
            <a:pPr indent="-152400" lvl="0" marL="0" marR="0" rtl="0" algn="just">
              <a:lnSpc>
                <a:spcPct val="100000"/>
              </a:lnSpc>
              <a:spcBef>
                <a:spcPts val="0"/>
              </a:spcBef>
              <a:spcAft>
                <a:spcPts val="0"/>
              </a:spcAft>
              <a:buClr>
                <a:srgbClr val="222222"/>
              </a:buClr>
              <a:buSzPts val="2400"/>
              <a:buFont typeface="Arial"/>
              <a:buChar char="•"/>
            </a:pPr>
            <a:r>
              <a:rPr b="1" i="0" lang="en-US" sz="2400" u="none" cap="none" strike="noStrike">
                <a:solidFill>
                  <a:srgbClr val="222222"/>
                </a:solidFill>
                <a:latin typeface="Barlow Condensed"/>
                <a:ea typeface="Barlow Condensed"/>
                <a:cs typeface="Barlow Condensed"/>
                <a:sym typeface="Barlow Condensed"/>
              </a:rPr>
              <a:t>Data Hiding</a:t>
            </a:r>
            <a:r>
              <a:rPr b="0" i="0" lang="en-US" sz="2400" u="none" cap="none" strike="noStrike">
                <a:solidFill>
                  <a:srgbClr val="222222"/>
                </a:solidFill>
                <a:latin typeface="Barlow Condensed"/>
                <a:ea typeface="Barlow Condensed"/>
                <a:cs typeface="Barlow Condensed"/>
                <a:sym typeface="Barlow Condensed"/>
              </a:rPr>
              <a:t>: The user would not be knowing what is going on behind the scene. They would only be knowing that to modify a data member, call the setter method. To read a data member, call the getter method. What these setter and getter methods are doing is hidden from them.</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Arial"/>
              <a:buNone/>
            </a:pPr>
            <a:r>
              <a:t/>
            </a:r>
            <a:endParaRPr b="0" i="0" sz="2400" u="none" cap="none" strike="noStrike">
              <a:solidFill>
                <a:srgbClr val="222222"/>
              </a:solidFill>
              <a:latin typeface="Barlow Condensed"/>
              <a:ea typeface="Barlow Condensed"/>
              <a:cs typeface="Barlow Condensed"/>
              <a:sym typeface="Barlow Condensed"/>
            </a:endParaRPr>
          </a:p>
          <a:p>
            <a:pPr indent="-152400" lvl="0" marL="0" marR="0" rtl="0" algn="just">
              <a:lnSpc>
                <a:spcPct val="100000"/>
              </a:lnSpc>
              <a:spcBef>
                <a:spcPts val="0"/>
              </a:spcBef>
              <a:spcAft>
                <a:spcPts val="0"/>
              </a:spcAft>
              <a:buClr>
                <a:srgbClr val="222222"/>
              </a:buClr>
              <a:buSzPts val="2400"/>
              <a:buFont typeface="Arial"/>
              <a:buChar char="•"/>
            </a:pPr>
            <a:r>
              <a:rPr b="1" i="0" lang="en-US" sz="2400" u="none" cap="none" strike="noStrike">
                <a:solidFill>
                  <a:srgbClr val="222222"/>
                </a:solidFill>
                <a:latin typeface="Barlow Condensed"/>
                <a:ea typeface="Barlow Condensed"/>
                <a:cs typeface="Barlow Condensed"/>
                <a:sym typeface="Barlow Condensed"/>
              </a:rPr>
              <a:t>Simplicity</a:t>
            </a:r>
            <a:r>
              <a:rPr b="0" i="0" lang="en-US" sz="2400" u="none" cap="none" strike="noStrike">
                <a:solidFill>
                  <a:srgbClr val="222222"/>
                </a:solidFill>
                <a:latin typeface="Barlow Condensed"/>
                <a:ea typeface="Barlow Condensed"/>
                <a:cs typeface="Barlow Condensed"/>
                <a:sym typeface="Barlow Condensed"/>
              </a:rPr>
              <a:t>: It simplifies the maintenance of the application by keeping classes separated and preventing them from tightly coupling with each other.</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Arial"/>
              <a:buNone/>
            </a:pPr>
            <a:r>
              <a:t/>
            </a:r>
            <a:endParaRPr b="0" i="0" sz="2400" u="none" cap="none" strike="noStrike">
              <a:solidFill>
                <a:srgbClr val="222222"/>
              </a:solidFill>
              <a:latin typeface="Barlow Condensed"/>
              <a:ea typeface="Barlow Condensed"/>
              <a:cs typeface="Barlow Condensed"/>
              <a:sym typeface="Barlow Condensed"/>
            </a:endParaRPr>
          </a:p>
          <a:p>
            <a:pPr indent="-152400" lvl="0" marL="0" marR="0" rtl="0" algn="just">
              <a:lnSpc>
                <a:spcPct val="100000"/>
              </a:lnSpc>
              <a:spcBef>
                <a:spcPts val="0"/>
              </a:spcBef>
              <a:spcAft>
                <a:spcPts val="0"/>
              </a:spcAft>
              <a:buClr>
                <a:srgbClr val="222222"/>
              </a:buClr>
              <a:buSzPts val="2400"/>
              <a:buFont typeface="Arial"/>
              <a:buChar char="•"/>
            </a:pPr>
            <a:r>
              <a:rPr b="1" i="0" lang="en-US" sz="2400" u="none" cap="none" strike="noStrike">
                <a:solidFill>
                  <a:srgbClr val="222222"/>
                </a:solidFill>
                <a:latin typeface="Barlow Condensed"/>
                <a:ea typeface="Barlow Condensed"/>
                <a:cs typeface="Barlow Condensed"/>
                <a:sym typeface="Barlow Condensed"/>
              </a:rPr>
              <a:t>Aesthetics</a:t>
            </a:r>
            <a:r>
              <a:rPr b="0" i="0" lang="en-US" sz="2400" u="none" cap="none" strike="noStrike">
                <a:solidFill>
                  <a:srgbClr val="222222"/>
                </a:solidFill>
                <a:latin typeface="Barlow Condensed"/>
                <a:ea typeface="Barlow Condensed"/>
                <a:cs typeface="Barlow Condensed"/>
                <a:sym typeface="Barlow Condensed"/>
              </a:rPr>
              <a:t>: Bundling data and methods within a class makes code more readable and maintainable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2"/>
          <p:cNvSpPr txBox="1"/>
          <p:nvPr/>
        </p:nvSpPr>
        <p:spPr>
          <a:xfrm>
            <a:off x="289309" y="1614500"/>
            <a:ext cx="11613382" cy="45243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Barlow Condensed"/>
                <a:ea typeface="Barlow Condensed"/>
                <a:cs typeface="Barlow Condensed"/>
                <a:sym typeface="Barlow Condensed"/>
              </a:rPr>
              <a:t>(The Fan class).  Design a class named Fan to represent a fan. The class contains: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Barlow Condensed"/>
                <a:ea typeface="Barlow Condensed"/>
                <a:cs typeface="Barlow Condensed"/>
                <a:sym typeface="Barlow Condensed"/>
              </a:rPr>
              <a:t>■ Three constants named SLOW, MEDIUM, and FAST with the values 1, 2, and 3 to denote the fan speed.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Barlow Condensed"/>
                <a:ea typeface="Barlow Condensed"/>
                <a:cs typeface="Barlow Condensed"/>
                <a:sym typeface="Barlow Condensed"/>
              </a:rPr>
              <a:t>■ A private int data field named speed that specifies the speed of the fan.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Barlow Condensed"/>
                <a:ea typeface="Barlow Condensed"/>
                <a:cs typeface="Barlow Condensed"/>
                <a:sym typeface="Barlow Condensed"/>
              </a:rPr>
              <a:t>■ A private bool data field named on that specifies whether the fan is on (the default is False).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Barlow Condensed"/>
                <a:ea typeface="Barlow Condensed"/>
                <a:cs typeface="Barlow Condensed"/>
                <a:sym typeface="Barlow Condensed"/>
              </a:rPr>
              <a:t>■ A private float data field named radius that specifies the radius of the fan.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Barlow Condensed"/>
                <a:ea typeface="Barlow Condensed"/>
                <a:cs typeface="Barlow Condensed"/>
                <a:sym typeface="Barlow Condensed"/>
              </a:rPr>
              <a:t>■ A private string data field named color that specifies the color of the fan.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Barlow Condensed"/>
                <a:ea typeface="Barlow Condensed"/>
                <a:cs typeface="Barlow Condensed"/>
                <a:sym typeface="Barlow Condensed"/>
              </a:rPr>
              <a:t>■ The accessor(getters)  and mutator(setters)  methods for all four data fields.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Barlow Condensed"/>
                <a:ea typeface="Barlow Condensed"/>
                <a:cs typeface="Barlow Condensed"/>
                <a:sym typeface="Barlow Condensed"/>
              </a:rPr>
              <a:t>■ A constructor that creates a fan with the specified speed (default SLOW), radius (default 5), color (default blue), and on (default False).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Barlow Condensed"/>
                <a:ea typeface="Barlow Condensed"/>
                <a:cs typeface="Barlow Condensed"/>
                <a:sym typeface="Barlow Condensed"/>
              </a:rPr>
              <a:t>Write a test program named TestFan that creates two Fan objects. For the first object, assign the maximum speed, radius 10, color yellow, and turn it on. Assign medium speed, radius 5, color blue, and turn it off for the second object. Display each object’s speed, radius, color, and on properties.</a:t>
            </a:r>
            <a:endParaRPr b="0" i="0" sz="1400" u="none" cap="none" strike="noStrike">
              <a:solidFill>
                <a:srgbClr val="000000"/>
              </a:solidFill>
              <a:latin typeface="Arial"/>
              <a:ea typeface="Arial"/>
              <a:cs typeface="Arial"/>
              <a:sym typeface="Arial"/>
            </a:endParaRPr>
          </a:p>
        </p:txBody>
      </p:sp>
      <p:sp>
        <p:nvSpPr>
          <p:cNvPr id="277" name="Google Shape;277;p32"/>
          <p:cNvSpPr txBox="1"/>
          <p:nvPr/>
        </p:nvSpPr>
        <p:spPr>
          <a:xfrm>
            <a:off x="0" y="719185"/>
            <a:ext cx="12192000"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FF0000"/>
                </a:solidFill>
                <a:latin typeface="Barlow Condensed"/>
                <a:ea typeface="Barlow Condensed"/>
                <a:cs typeface="Barlow Condensed"/>
                <a:sym typeface="Barlow Condensed"/>
              </a:rPr>
              <a:t>Try and run this programming problem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3"/>
          <p:cNvSpPr txBox="1"/>
          <p:nvPr>
            <p:ph type="title"/>
          </p:nvPr>
        </p:nvSpPr>
        <p:spPr>
          <a:xfrm>
            <a:off x="0" y="18255"/>
            <a:ext cx="10515600" cy="504259"/>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Barlow Condensed"/>
              <a:buNone/>
            </a:pPr>
            <a:r>
              <a:rPr b="1" lang="en-US">
                <a:latin typeface="Barlow Condensed"/>
                <a:ea typeface="Barlow Condensed"/>
                <a:cs typeface="Barlow Condensed"/>
                <a:sym typeface="Barlow Condensed"/>
              </a:rPr>
              <a:t>Programming Exercise:</a:t>
            </a:r>
            <a:endParaRPr/>
          </a:p>
        </p:txBody>
      </p:sp>
      <p:sp>
        <p:nvSpPr>
          <p:cNvPr id="283" name="Google Shape;283;p33"/>
          <p:cNvSpPr txBox="1"/>
          <p:nvPr>
            <p:ph idx="1" type="body"/>
          </p:nvPr>
        </p:nvSpPr>
        <p:spPr>
          <a:xfrm>
            <a:off x="134814" y="650430"/>
            <a:ext cx="11581563" cy="5951337"/>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050"/>
              <a:buNone/>
            </a:pPr>
            <a:r>
              <a:rPr b="1" lang="en-US" sz="1050">
                <a:latin typeface="Barlow Condensed"/>
                <a:ea typeface="Barlow Condensed"/>
                <a:cs typeface="Barlow Condensed"/>
                <a:sym typeface="Barlow Condensed"/>
              </a:rPr>
              <a:t>  </a:t>
            </a:r>
            <a:r>
              <a:rPr b="1" lang="en-US" sz="1800">
                <a:latin typeface="Barlow Condensed"/>
                <a:ea typeface="Barlow Condensed"/>
                <a:cs typeface="Barlow Condensed"/>
                <a:sym typeface="Barlow Condensed"/>
              </a:rPr>
              <a:t>A. Car Class</a:t>
            </a:r>
            <a:endParaRPr/>
          </a:p>
          <a:p>
            <a:pPr indent="0" lvl="0" marL="0" rtl="0" algn="just">
              <a:lnSpc>
                <a:spcPct val="100000"/>
              </a:lnSpc>
              <a:spcBef>
                <a:spcPts val="0"/>
              </a:spcBef>
              <a:spcAft>
                <a:spcPts val="0"/>
              </a:spcAft>
              <a:buClr>
                <a:schemeClr val="dk1"/>
              </a:buClr>
              <a:buSzPts val="1800"/>
              <a:buNone/>
            </a:pPr>
            <a:r>
              <a:rPr lang="en-US" sz="1800">
                <a:latin typeface="Barlow Condensed"/>
                <a:ea typeface="Barlow Condensed"/>
                <a:cs typeface="Barlow Condensed"/>
                <a:sym typeface="Barlow Condensed"/>
              </a:rPr>
              <a:t>Write a class named Car that has the following data attributes:</a:t>
            </a:r>
            <a:endParaRPr/>
          </a:p>
          <a:p>
            <a:pPr indent="0" lvl="0" marL="0" rtl="0" algn="just">
              <a:lnSpc>
                <a:spcPct val="100000"/>
              </a:lnSpc>
              <a:spcBef>
                <a:spcPts val="0"/>
              </a:spcBef>
              <a:spcAft>
                <a:spcPts val="0"/>
              </a:spcAft>
              <a:buClr>
                <a:schemeClr val="dk1"/>
              </a:buClr>
              <a:buSzPts val="1800"/>
              <a:buNone/>
            </a:pPr>
            <a:r>
              <a:rPr lang="en-US" sz="1800">
                <a:latin typeface="Barlow Condensed"/>
                <a:ea typeface="Barlow Condensed"/>
                <a:cs typeface="Barlow Condensed"/>
                <a:sym typeface="Barlow Condensed"/>
              </a:rPr>
              <a:t>• _ _year_model (for the car’s year model)</a:t>
            </a:r>
            <a:endParaRPr/>
          </a:p>
          <a:p>
            <a:pPr indent="0" lvl="0" marL="0" rtl="0" algn="just">
              <a:lnSpc>
                <a:spcPct val="100000"/>
              </a:lnSpc>
              <a:spcBef>
                <a:spcPts val="0"/>
              </a:spcBef>
              <a:spcAft>
                <a:spcPts val="0"/>
              </a:spcAft>
              <a:buClr>
                <a:schemeClr val="dk1"/>
              </a:buClr>
              <a:buSzPts val="1800"/>
              <a:buNone/>
            </a:pPr>
            <a:r>
              <a:rPr lang="en-US" sz="1800">
                <a:latin typeface="Barlow Condensed"/>
                <a:ea typeface="Barlow Condensed"/>
                <a:cs typeface="Barlow Condensed"/>
                <a:sym typeface="Barlow Condensed"/>
              </a:rPr>
              <a:t>• _ _make (for the make of the car)</a:t>
            </a:r>
            <a:endParaRPr/>
          </a:p>
          <a:p>
            <a:pPr indent="0" lvl="0" marL="0" rtl="0" algn="just">
              <a:lnSpc>
                <a:spcPct val="100000"/>
              </a:lnSpc>
              <a:spcBef>
                <a:spcPts val="0"/>
              </a:spcBef>
              <a:spcAft>
                <a:spcPts val="0"/>
              </a:spcAft>
              <a:buClr>
                <a:schemeClr val="dk1"/>
              </a:buClr>
              <a:buSzPts val="1800"/>
              <a:buNone/>
            </a:pPr>
            <a:r>
              <a:rPr lang="en-US" sz="1800">
                <a:latin typeface="Barlow Condensed"/>
                <a:ea typeface="Barlow Condensed"/>
                <a:cs typeface="Barlow Condensed"/>
                <a:sym typeface="Barlow Condensed"/>
              </a:rPr>
              <a:t>• _ _speed (for the car’s current speed)</a:t>
            </a:r>
            <a:endParaRPr/>
          </a:p>
          <a:p>
            <a:pPr indent="0" lvl="0" marL="0" rtl="0" algn="just">
              <a:lnSpc>
                <a:spcPct val="100000"/>
              </a:lnSpc>
              <a:spcBef>
                <a:spcPts val="0"/>
              </a:spcBef>
              <a:spcAft>
                <a:spcPts val="0"/>
              </a:spcAft>
              <a:buClr>
                <a:schemeClr val="dk1"/>
              </a:buClr>
              <a:buSzPts val="1800"/>
              <a:buNone/>
            </a:pPr>
            <a:r>
              <a:t/>
            </a:r>
            <a:endParaRPr sz="1800">
              <a:latin typeface="Barlow Condensed"/>
              <a:ea typeface="Barlow Condensed"/>
              <a:cs typeface="Barlow Condensed"/>
              <a:sym typeface="Barlow Condensed"/>
            </a:endParaRPr>
          </a:p>
          <a:p>
            <a:pPr indent="0" lvl="0" marL="0" rtl="0" algn="just">
              <a:lnSpc>
                <a:spcPct val="100000"/>
              </a:lnSpc>
              <a:spcBef>
                <a:spcPts val="0"/>
              </a:spcBef>
              <a:spcAft>
                <a:spcPts val="0"/>
              </a:spcAft>
              <a:buClr>
                <a:schemeClr val="dk1"/>
              </a:buClr>
              <a:buSzPts val="1800"/>
              <a:buNone/>
            </a:pPr>
            <a:r>
              <a:rPr lang="en-US" sz="1800">
                <a:latin typeface="Barlow Condensed"/>
                <a:ea typeface="Barlow Condensed"/>
                <a:cs typeface="Barlow Condensed"/>
                <a:sym typeface="Barlow Condensed"/>
              </a:rPr>
              <a:t>The Car class should have an _ _init_ _ method that accepts the car’s year model and make as arguments. These values should be assigned to the object’s _ _year_model and _ _make data attributes. It should also assign 0 to the _ _speed data attribute.</a:t>
            </a:r>
            <a:endParaRPr/>
          </a:p>
          <a:p>
            <a:pPr indent="0" lvl="0" marL="0" rtl="0" algn="just">
              <a:lnSpc>
                <a:spcPct val="100000"/>
              </a:lnSpc>
              <a:spcBef>
                <a:spcPts val="0"/>
              </a:spcBef>
              <a:spcAft>
                <a:spcPts val="0"/>
              </a:spcAft>
              <a:buClr>
                <a:schemeClr val="dk1"/>
              </a:buClr>
              <a:buSzPts val="1800"/>
              <a:buNone/>
            </a:pPr>
            <a:r>
              <a:t/>
            </a:r>
            <a:endParaRPr sz="1800">
              <a:latin typeface="Barlow Condensed"/>
              <a:ea typeface="Barlow Condensed"/>
              <a:cs typeface="Barlow Condensed"/>
              <a:sym typeface="Barlow Condensed"/>
            </a:endParaRPr>
          </a:p>
          <a:p>
            <a:pPr indent="0" lvl="0" marL="0" rtl="0" algn="just">
              <a:lnSpc>
                <a:spcPct val="100000"/>
              </a:lnSpc>
              <a:spcBef>
                <a:spcPts val="0"/>
              </a:spcBef>
              <a:spcAft>
                <a:spcPts val="0"/>
              </a:spcAft>
              <a:buClr>
                <a:schemeClr val="dk1"/>
              </a:buClr>
              <a:buSzPts val="1800"/>
              <a:buNone/>
            </a:pPr>
            <a:r>
              <a:rPr lang="en-US" sz="1800">
                <a:latin typeface="Barlow Condensed"/>
                <a:ea typeface="Barlow Condensed"/>
                <a:cs typeface="Barlow Condensed"/>
                <a:sym typeface="Barlow Condensed"/>
              </a:rPr>
              <a:t>The class should also have the following methods:</a:t>
            </a:r>
            <a:endParaRPr/>
          </a:p>
          <a:p>
            <a:pPr indent="0" lvl="0" marL="0" rtl="0" algn="just">
              <a:lnSpc>
                <a:spcPct val="100000"/>
              </a:lnSpc>
              <a:spcBef>
                <a:spcPts val="0"/>
              </a:spcBef>
              <a:spcAft>
                <a:spcPts val="0"/>
              </a:spcAft>
              <a:buClr>
                <a:schemeClr val="dk1"/>
              </a:buClr>
              <a:buSzPts val="1800"/>
              <a:buNone/>
            </a:pPr>
            <a:r>
              <a:rPr lang="en-US" sz="1800">
                <a:latin typeface="Barlow Condensed"/>
                <a:ea typeface="Barlow Condensed"/>
                <a:cs typeface="Barlow Condensed"/>
                <a:sym typeface="Barlow Condensed"/>
              </a:rPr>
              <a:t>• accelerate()</a:t>
            </a:r>
            <a:endParaRPr/>
          </a:p>
          <a:p>
            <a:pPr indent="0" lvl="0" marL="0" rtl="0" algn="just">
              <a:lnSpc>
                <a:spcPct val="100000"/>
              </a:lnSpc>
              <a:spcBef>
                <a:spcPts val="0"/>
              </a:spcBef>
              <a:spcAft>
                <a:spcPts val="0"/>
              </a:spcAft>
              <a:buClr>
                <a:schemeClr val="dk1"/>
              </a:buClr>
              <a:buSzPts val="1800"/>
              <a:buNone/>
            </a:pPr>
            <a:r>
              <a:rPr lang="en-US" sz="1800">
                <a:latin typeface="Barlow Condensed"/>
                <a:ea typeface="Barlow Condensed"/>
                <a:cs typeface="Barlow Condensed"/>
                <a:sym typeface="Barlow Condensed"/>
              </a:rPr>
              <a:t>The accelerate method should add 5 to the speed data attribute each time it is called.</a:t>
            </a:r>
            <a:endParaRPr/>
          </a:p>
          <a:p>
            <a:pPr indent="0" lvl="0" marL="0" rtl="0" algn="just">
              <a:lnSpc>
                <a:spcPct val="100000"/>
              </a:lnSpc>
              <a:spcBef>
                <a:spcPts val="0"/>
              </a:spcBef>
              <a:spcAft>
                <a:spcPts val="0"/>
              </a:spcAft>
              <a:buClr>
                <a:schemeClr val="dk1"/>
              </a:buClr>
              <a:buSzPts val="1800"/>
              <a:buNone/>
            </a:pPr>
            <a:r>
              <a:rPr lang="en-US" sz="1800">
                <a:latin typeface="Barlow Condensed"/>
                <a:ea typeface="Barlow Condensed"/>
                <a:cs typeface="Barlow Condensed"/>
                <a:sym typeface="Barlow Condensed"/>
              </a:rPr>
              <a:t>• brake()</a:t>
            </a:r>
            <a:endParaRPr/>
          </a:p>
          <a:p>
            <a:pPr indent="0" lvl="0" marL="0" rtl="0" algn="just">
              <a:lnSpc>
                <a:spcPct val="100000"/>
              </a:lnSpc>
              <a:spcBef>
                <a:spcPts val="0"/>
              </a:spcBef>
              <a:spcAft>
                <a:spcPts val="0"/>
              </a:spcAft>
              <a:buClr>
                <a:schemeClr val="dk1"/>
              </a:buClr>
              <a:buSzPts val="1800"/>
              <a:buNone/>
            </a:pPr>
            <a:r>
              <a:rPr lang="en-US" sz="1800">
                <a:latin typeface="Barlow Condensed"/>
                <a:ea typeface="Barlow Condensed"/>
                <a:cs typeface="Barlow Condensed"/>
                <a:sym typeface="Barlow Condensed"/>
              </a:rPr>
              <a:t>The brake method should subtract 5 from the speed data attribute each time it is called.</a:t>
            </a:r>
            <a:endParaRPr/>
          </a:p>
          <a:p>
            <a:pPr indent="0" lvl="0" marL="0" rtl="0" algn="just">
              <a:lnSpc>
                <a:spcPct val="100000"/>
              </a:lnSpc>
              <a:spcBef>
                <a:spcPts val="0"/>
              </a:spcBef>
              <a:spcAft>
                <a:spcPts val="0"/>
              </a:spcAft>
              <a:buClr>
                <a:schemeClr val="dk1"/>
              </a:buClr>
              <a:buSzPts val="1800"/>
              <a:buNone/>
            </a:pPr>
            <a:r>
              <a:rPr lang="en-US" sz="1800">
                <a:latin typeface="Barlow Condensed"/>
                <a:ea typeface="Barlow Condensed"/>
                <a:cs typeface="Barlow Condensed"/>
                <a:sym typeface="Barlow Condensed"/>
              </a:rPr>
              <a:t>• get_speed()</a:t>
            </a:r>
            <a:endParaRPr/>
          </a:p>
          <a:p>
            <a:pPr indent="0" lvl="0" marL="0" rtl="0" algn="just">
              <a:lnSpc>
                <a:spcPct val="100000"/>
              </a:lnSpc>
              <a:spcBef>
                <a:spcPts val="0"/>
              </a:spcBef>
              <a:spcAft>
                <a:spcPts val="0"/>
              </a:spcAft>
              <a:buClr>
                <a:schemeClr val="dk1"/>
              </a:buClr>
              <a:buSzPts val="1800"/>
              <a:buNone/>
            </a:pPr>
            <a:r>
              <a:rPr lang="en-US" sz="1800">
                <a:latin typeface="Barlow Condensed"/>
                <a:ea typeface="Barlow Condensed"/>
                <a:cs typeface="Barlow Condensed"/>
                <a:sym typeface="Barlow Condensed"/>
              </a:rPr>
              <a:t>The get_speed method should return the current speed.</a:t>
            </a:r>
            <a:endParaRPr/>
          </a:p>
          <a:p>
            <a:pPr indent="0" lvl="0" marL="0" rtl="0" algn="just">
              <a:lnSpc>
                <a:spcPct val="100000"/>
              </a:lnSpc>
              <a:spcBef>
                <a:spcPts val="0"/>
              </a:spcBef>
              <a:spcAft>
                <a:spcPts val="0"/>
              </a:spcAft>
              <a:buClr>
                <a:schemeClr val="dk1"/>
              </a:buClr>
              <a:buSzPts val="1800"/>
              <a:buNone/>
            </a:pPr>
            <a:r>
              <a:t/>
            </a:r>
            <a:endParaRPr sz="1800">
              <a:latin typeface="Barlow Condensed"/>
              <a:ea typeface="Barlow Condensed"/>
              <a:cs typeface="Barlow Condensed"/>
              <a:sym typeface="Barlow Condensed"/>
            </a:endParaRPr>
          </a:p>
          <a:p>
            <a:pPr indent="0" lvl="0" marL="0" rtl="0" algn="just">
              <a:lnSpc>
                <a:spcPct val="100000"/>
              </a:lnSpc>
              <a:spcBef>
                <a:spcPts val="0"/>
              </a:spcBef>
              <a:spcAft>
                <a:spcPts val="0"/>
              </a:spcAft>
              <a:buClr>
                <a:schemeClr val="dk1"/>
              </a:buClr>
              <a:buSzPts val="1800"/>
              <a:buNone/>
            </a:pPr>
            <a:r>
              <a:rPr lang="en-US" sz="1800">
                <a:latin typeface="Barlow Condensed"/>
                <a:ea typeface="Barlow Condensed"/>
                <a:cs typeface="Barlow Condensed"/>
                <a:sym typeface="Barlow Condensed"/>
              </a:rPr>
              <a:t>Next, design a program that creates a Car object then calls the accelerate method five times. After each call to the accelerate method, get the current speed of the car and display it. Then call the brake method five times. After each call to the brake method, get the current speed of the car and display it.</a:t>
            </a:r>
            <a:endParaRPr sz="1800">
              <a:latin typeface="Barlow Condensed"/>
              <a:ea typeface="Barlow Condensed"/>
              <a:cs typeface="Barlow Condensed"/>
              <a:sym typeface="Barlow Condense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4"/>
          <p:cNvSpPr txBox="1"/>
          <p:nvPr/>
        </p:nvSpPr>
        <p:spPr>
          <a:xfrm>
            <a:off x="223576" y="167037"/>
            <a:ext cx="11968424" cy="64633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Barlow Condensed"/>
                <a:ea typeface="Barlow Condensed"/>
                <a:cs typeface="Barlow Condensed"/>
                <a:sym typeface="Barlow Condensed"/>
              </a:rPr>
              <a:t>B. Pet Class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Barlow Condensed"/>
                <a:ea typeface="Barlow Condensed"/>
                <a:cs typeface="Barlow Condensed"/>
                <a:sym typeface="Barlow Condensed"/>
              </a:rPr>
              <a:t>Write a class named Pet, which should have the following data attributes: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Barlow Condensed"/>
                <a:ea typeface="Barlow Condensed"/>
                <a:cs typeface="Barlow Condensed"/>
                <a:sym typeface="Barlow Condensed"/>
              </a:rPr>
              <a:t>• _ _name (for the name of a pet)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Barlow Condensed"/>
                <a:ea typeface="Barlow Condensed"/>
                <a:cs typeface="Barlow Condensed"/>
                <a:sym typeface="Barlow Condensed"/>
              </a:rPr>
              <a:t>• _ _animal_type (for the type of animal that a pet is. Example values are ‘Dog’, ‘Cat’, and ‘Bird’)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Barlow Condensed"/>
                <a:ea typeface="Barlow Condensed"/>
                <a:cs typeface="Barlow Condensed"/>
                <a:sym typeface="Barlow Condensed"/>
              </a:rPr>
              <a:t>• _ _age (for the pet’s 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Barlow Condensed"/>
                <a:ea typeface="Barlow Condensed"/>
                <a:cs typeface="Barlow Condensed"/>
                <a:sym typeface="Barlow Condensed"/>
              </a:rPr>
              <a:t>The Pet class should have an _ _init_ _ method that creates these attributes. It should also have the following methods: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Barlow Condensed"/>
                <a:ea typeface="Barlow Condensed"/>
                <a:cs typeface="Barlow Condensed"/>
                <a:sym typeface="Barlow Condensed"/>
              </a:rPr>
              <a:t>• set_name()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Barlow Condensed"/>
                <a:ea typeface="Barlow Condensed"/>
                <a:cs typeface="Barlow Condensed"/>
                <a:sym typeface="Barlow Condensed"/>
              </a:rPr>
              <a:t>This method assigns a value to the _ _name field.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Barlow Condensed"/>
                <a:ea typeface="Barlow Condensed"/>
                <a:cs typeface="Barlow Condensed"/>
                <a:sym typeface="Barlow Condensed"/>
              </a:rPr>
              <a:t>• set_animal_type()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Barlow Condensed"/>
                <a:ea typeface="Barlow Condensed"/>
                <a:cs typeface="Barlow Condensed"/>
                <a:sym typeface="Barlow Condensed"/>
              </a:rPr>
              <a:t>This method assigns a value to the _ _animal_type field.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Barlow Condensed"/>
                <a:ea typeface="Barlow Condensed"/>
                <a:cs typeface="Barlow Condensed"/>
                <a:sym typeface="Barlow Condensed"/>
              </a:rPr>
              <a:t>• set_age()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Barlow Condensed"/>
                <a:ea typeface="Barlow Condensed"/>
                <a:cs typeface="Barlow Condensed"/>
                <a:sym typeface="Barlow Condensed"/>
              </a:rPr>
              <a:t>This method assigns a value to the _ _age field.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Barlow Condensed"/>
                <a:ea typeface="Barlow Condensed"/>
                <a:cs typeface="Barlow Condensed"/>
                <a:sym typeface="Barlow Condensed"/>
              </a:rPr>
              <a:t>• get_name()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Barlow Condensed"/>
                <a:ea typeface="Barlow Condensed"/>
                <a:cs typeface="Barlow Condensed"/>
                <a:sym typeface="Barlow Condensed"/>
              </a:rPr>
              <a:t>This method returns the value of the _ _ name field.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Barlow Condensed"/>
                <a:ea typeface="Barlow Condensed"/>
                <a:cs typeface="Barlow Condensed"/>
                <a:sym typeface="Barlow Condensed"/>
              </a:rPr>
              <a:t>• get_animal_type()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Barlow Condensed"/>
                <a:ea typeface="Barlow Condensed"/>
                <a:cs typeface="Barlow Condensed"/>
                <a:sym typeface="Barlow Condensed"/>
              </a:rPr>
              <a:t>This method returns the value of the _ _animal_type field.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Barlow Condensed"/>
                <a:ea typeface="Barlow Condensed"/>
                <a:cs typeface="Barlow Condensed"/>
                <a:sym typeface="Barlow Condensed"/>
              </a:rPr>
              <a:t>• get_age()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Barlow Condensed"/>
                <a:ea typeface="Barlow Condensed"/>
                <a:cs typeface="Barlow Condensed"/>
                <a:sym typeface="Barlow Condensed"/>
              </a:rPr>
              <a:t>This method returns the value of the _ _age field.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Barlow Condensed"/>
                <a:ea typeface="Barlow Condensed"/>
                <a:cs typeface="Barlow Condensed"/>
                <a:sym typeface="Barlow Condensed"/>
              </a:rPr>
              <a:t>Once you have written the class, write a program that creates an object of the class and prompts the user to enter the name, type, and age of his or her pet. This data should be stored as the object’s attributes. Use the object’s accessor methods to retrieve the pet’s name, type, and age and display this data on the screen.</a:t>
            </a:r>
            <a:endParaRPr b="0" i="0" sz="1800" u="none" cap="none" strike="noStrike">
              <a:solidFill>
                <a:schemeClr val="dk1"/>
              </a:solidFill>
              <a:latin typeface="Barlow Condensed"/>
              <a:ea typeface="Barlow Condensed"/>
              <a:cs typeface="Barlow Condensed"/>
              <a:sym typeface="Barlow Condense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omputer &amp; Information Sciences Major for College by Slidesgo">
  <a:themeElements>
    <a:clrScheme name="Simple Light">
      <a:dk1>
        <a:srgbClr val="FFFFFF"/>
      </a:dk1>
      <a:lt1>
        <a:srgbClr val="310047"/>
      </a:lt1>
      <a:dk2>
        <a:srgbClr val="FFFFFF"/>
      </a:dk2>
      <a:lt2>
        <a:srgbClr val="D9A3F3"/>
      </a:lt2>
      <a:accent1>
        <a:srgbClr val="61ABFC"/>
      </a:accent1>
      <a:accent2>
        <a:srgbClr val="DB00A6"/>
      </a:accent2>
      <a:accent3>
        <a:srgbClr val="DF596E"/>
      </a:accent3>
      <a:accent4>
        <a:srgbClr val="EAC93D"/>
      </a:accent4>
      <a:accent5>
        <a:srgbClr val="611582"/>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